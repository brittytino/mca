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-1296" y="-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>
                <a:solidFill>
                  <a:srgbClr val="FF0000"/>
                </a:solidFill>
              </a:rPr>
              <a:t>Enterprise Applications</a:t>
            </a:r>
            <a:r>
              <a:rPr b="1">
                <a:solidFill>
                  <a:srgbClr val="FF0000"/>
                </a:solidFill>
              </a:rPr>
              <a:t>: </a:t>
            </a:r>
            <a:r>
              <a:rPr lang="en-US" b="1" dirty="0" smtClean="0">
                <a:solidFill>
                  <a:srgbClr val="FF0000"/>
                </a:solidFill>
              </a:rPr>
              <a:t/>
            </a:r>
            <a:br>
              <a:rPr lang="en-US" b="1" dirty="0" smtClean="0">
                <a:solidFill>
                  <a:srgbClr val="FF0000"/>
                </a:solidFill>
              </a:rPr>
            </a:br>
            <a:r>
              <a:rPr b="1" smtClean="0">
                <a:solidFill>
                  <a:srgbClr val="FF0000"/>
                </a:solidFill>
              </a:rPr>
              <a:t>MVP </a:t>
            </a:r>
            <a:r>
              <a:rPr b="1">
                <a:solidFill>
                  <a:srgbClr val="FF0000"/>
                </a:solidFill>
              </a:rPr>
              <a:t>to Complete Apps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b="1"/>
              <a:t>A detailed overview of enterprise applications evolving from MVP to full platforms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274638"/>
            <a:ext cx="9289915" cy="1143000"/>
          </a:xfrm>
        </p:spPr>
        <p:txBody>
          <a:bodyPr>
            <a:normAutofit/>
          </a:bodyPr>
          <a:lstStyle/>
          <a:p>
            <a:r>
              <a:rPr sz="3600" b="1">
                <a:solidFill>
                  <a:srgbClr val="FF0000"/>
                </a:solidFill>
              </a:rPr>
              <a:t>What is an MVP (Minimum Viable Product)?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MVP is a development approach that delivers a basic version of a product with minimum features</a:t>
            </a:r>
            <a:r>
              <a:rPr/>
              <a:t>. </a:t>
            </a:r>
            <a:endParaRPr lang="en-US" dirty="0" smtClean="0"/>
          </a:p>
          <a:p>
            <a:r>
              <a:rPr smtClean="0"/>
              <a:t>It </a:t>
            </a:r>
            <a:r>
              <a:t>focuses on solving core problems while allowing real-world user feedback to guide improvements.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26460"/>
            <a:ext cx="9144000" cy="875489"/>
          </a:xfrm>
        </p:spPr>
        <p:txBody>
          <a:bodyPr>
            <a:normAutofit fontScale="90000"/>
          </a:bodyPr>
          <a:lstStyle/>
          <a:p>
            <a:r>
              <a:rPr b="1">
                <a:solidFill>
                  <a:srgbClr val="FF0000"/>
                </a:solidFill>
              </a:rPr>
              <a:t>Benefits of MVP in Enterprise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smtClean="0"/>
              <a:t>Faster </a:t>
            </a:r>
            <a:r>
              <a:t>time-to-market</a:t>
            </a:r>
          </a:p>
          <a:p>
            <a:pPr marL="514350" indent="-514350">
              <a:buFont typeface="+mj-lt"/>
              <a:buAutoNum type="arabicPeriod"/>
            </a:pPr>
            <a:r>
              <a:rPr smtClean="0"/>
              <a:t>Cost </a:t>
            </a:r>
            <a:r>
              <a:t>efficiency</a:t>
            </a:r>
          </a:p>
          <a:p>
            <a:pPr marL="514350" indent="-514350">
              <a:buFont typeface="+mj-lt"/>
              <a:buAutoNum type="arabicPeriod"/>
            </a:pPr>
            <a:r>
              <a:rPr smtClean="0"/>
              <a:t>Risk </a:t>
            </a:r>
            <a:r>
              <a:t>mitigation</a:t>
            </a:r>
          </a:p>
          <a:p>
            <a:pPr marL="514350" indent="-514350">
              <a:buFont typeface="+mj-lt"/>
              <a:buAutoNum type="arabicPeriod"/>
            </a:pPr>
            <a:r>
              <a:rPr smtClean="0"/>
              <a:t>Customer-driven </a:t>
            </a:r>
            <a:r>
              <a:t>development</a:t>
            </a:r>
          </a:p>
          <a:p>
            <a:pPr marL="514350" indent="-514350">
              <a:buFont typeface="+mj-lt"/>
              <a:buAutoNum type="arabicPeriod"/>
            </a:pPr>
            <a:r>
              <a:rPr smtClean="0"/>
              <a:t>Validation </a:t>
            </a:r>
            <a:r>
              <a:t>of market demand</a:t>
            </a:r>
          </a:p>
          <a:p>
            <a:pPr marL="514350" indent="-514350">
              <a:buFont typeface="+mj-lt"/>
              <a:buAutoNum type="arabicPeriod"/>
            </a:pPr>
            <a:r>
              <a:rPr smtClean="0"/>
              <a:t>Scalability </a:t>
            </a:r>
            <a:r>
              <a:t>and iterative growth</a:t>
            </a:r>
          </a:p>
          <a:p>
            <a:pPr marL="514350" indent="-514350">
              <a:buFont typeface="+mj-lt"/>
              <a:buAutoNum type="arabicPeriod"/>
            </a:pPr>
            <a:r>
              <a:rPr smtClean="0"/>
              <a:t>Better </a:t>
            </a:r>
            <a:r>
              <a:t>stakeholder engagement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187" y="0"/>
            <a:ext cx="8550613" cy="1417638"/>
          </a:xfrm>
        </p:spPr>
        <p:txBody>
          <a:bodyPr>
            <a:normAutofit fontScale="90000"/>
          </a:bodyPr>
          <a:lstStyle/>
          <a:p>
            <a:r>
              <a:rPr>
                <a:solidFill>
                  <a:srgbClr val="FF0000"/>
                </a:solidFill>
              </a:rPr>
              <a:t>Case Study: HRMS (Human Resource Management System)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t>MVP Features:</a:t>
            </a:r>
          </a:p>
          <a:p>
            <a:r>
              <a:t>- Employee profile management</a:t>
            </a:r>
          </a:p>
          <a:p>
            <a:r>
              <a:t>- Basic attendance tracking</a:t>
            </a:r>
          </a:p>
          <a:p>
            <a:r>
              <a:t>- Leave application and approval</a:t>
            </a:r>
          </a:p>
          <a:p>
            <a:r>
              <a:t>- Attendance and leave reports</a:t>
            </a:r>
          </a:p>
          <a:p>
            <a:endParaRPr/>
          </a:p>
          <a:p>
            <a:r>
              <a:t>Complete Features:</a:t>
            </a:r>
          </a:p>
          <a:p>
            <a:r>
              <a:t>- Payroll integration</a:t>
            </a:r>
          </a:p>
          <a:p>
            <a:r>
              <a:t>- Recruitment and onboarding</a:t>
            </a:r>
          </a:p>
          <a:p>
            <a:r>
              <a:t>- Performance management</a:t>
            </a:r>
          </a:p>
          <a:p>
            <a:r>
              <a:t>- Mobile app and chatbot support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187" y="274638"/>
            <a:ext cx="9007813" cy="1143000"/>
          </a:xfrm>
        </p:spPr>
        <p:txBody>
          <a:bodyPr>
            <a:normAutofit fontScale="90000"/>
          </a:bodyPr>
          <a:lstStyle/>
          <a:p>
            <a:r>
              <a:rPr>
                <a:solidFill>
                  <a:srgbClr val="FF0000"/>
                </a:solidFill>
              </a:rPr>
              <a:t>Case Study: CRM (Customer Relationship Management)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MVP Features:</a:t>
            </a:r>
          </a:p>
          <a:p>
            <a:r>
              <a:t>- Manage contacts</a:t>
            </a:r>
          </a:p>
          <a:p>
            <a:r>
              <a:t>- Track leads and follow-ups</a:t>
            </a:r>
          </a:p>
          <a:p>
            <a:r>
              <a:t>- Basic sales pipeline and reminders</a:t>
            </a:r>
          </a:p>
          <a:p>
            <a:endParaRPr/>
          </a:p>
          <a:p>
            <a:r>
              <a:t>Complete Features:</a:t>
            </a:r>
          </a:p>
          <a:p>
            <a:r>
              <a:t>- Marketing automation</a:t>
            </a:r>
          </a:p>
          <a:p>
            <a:r>
              <a:t>- Advanced analytics</a:t>
            </a:r>
          </a:p>
          <a:p>
            <a:r>
              <a:t>- Omni-channel communication</a:t>
            </a:r>
          </a:p>
          <a:p>
            <a:r>
              <a:t>- Integration with e-commerce and ERPs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370" y="0"/>
            <a:ext cx="8978630" cy="1417638"/>
          </a:xfrm>
        </p:spPr>
        <p:txBody>
          <a:bodyPr>
            <a:normAutofit fontScale="90000"/>
          </a:bodyPr>
          <a:lstStyle/>
          <a:p>
            <a:r>
              <a:rPr>
                <a:solidFill>
                  <a:srgbClr val="FF0000"/>
                </a:solidFill>
              </a:rPr>
              <a:t>Case Study: Inventory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MVP Features:</a:t>
            </a:r>
          </a:p>
          <a:p>
            <a:r>
              <a:t>- Track stock levels</a:t>
            </a:r>
          </a:p>
          <a:p>
            <a:r>
              <a:t>- Manual updates to stock</a:t>
            </a:r>
          </a:p>
          <a:p>
            <a:r>
              <a:t>- Supplier management</a:t>
            </a:r>
          </a:p>
          <a:p>
            <a:endParaRPr/>
          </a:p>
          <a:p>
            <a:r>
              <a:t>Complete Features:</a:t>
            </a:r>
          </a:p>
          <a:p>
            <a:r>
              <a:t>- Automated reordering</a:t>
            </a:r>
          </a:p>
          <a:p>
            <a:r>
              <a:t>- Demand forecasting</a:t>
            </a:r>
          </a:p>
          <a:p>
            <a:r>
              <a:t>- Multi-warehouse tracking</a:t>
            </a:r>
          </a:p>
          <a:p>
            <a:r>
              <a:t>- ERP integration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009" y="136187"/>
            <a:ext cx="8784076" cy="1281451"/>
          </a:xfrm>
        </p:spPr>
        <p:txBody>
          <a:bodyPr>
            <a:normAutofit fontScale="90000"/>
          </a:bodyPr>
          <a:lstStyle/>
          <a:p>
            <a:r>
              <a:rPr>
                <a:solidFill>
                  <a:srgbClr val="FF0000"/>
                </a:solidFill>
              </a:rPr>
              <a:t>Case Study: LMS (Learning Management System)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MVP Features:</a:t>
            </a:r>
          </a:p>
          <a:p>
            <a:r>
              <a:t>- User registration and authentication</a:t>
            </a:r>
          </a:p>
          <a:p>
            <a:r>
              <a:t>- Content upload and quizzes</a:t>
            </a:r>
          </a:p>
          <a:p>
            <a:r>
              <a:t>- Track course progress</a:t>
            </a:r>
          </a:p>
          <a:p>
            <a:endParaRPr/>
          </a:p>
          <a:p>
            <a:r>
              <a:t>Complete Features:</a:t>
            </a:r>
          </a:p>
          <a:p>
            <a:r>
              <a:t>- Gamification</a:t>
            </a:r>
          </a:p>
          <a:p>
            <a:r>
              <a:t>- AI-powered recommendations</a:t>
            </a:r>
          </a:p>
          <a:p>
            <a:r>
              <a:t>- Virtual labs and hybrid learning support</a:t>
            </a:r>
          </a:p>
          <a:p>
            <a:r>
              <a:t>- Enterprise analytics and reporting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98" y="0"/>
            <a:ext cx="8968902" cy="1099226"/>
          </a:xfrm>
        </p:spPr>
        <p:txBody>
          <a:bodyPr>
            <a:normAutofit fontScale="90000"/>
          </a:bodyPr>
          <a:lstStyle/>
          <a:p>
            <a:r>
              <a:rPr b="1" smtClean="0">
                <a:solidFill>
                  <a:srgbClr val="FF0000"/>
                </a:solidFill>
              </a:rPr>
              <a:t>Summary</a:t>
            </a:r>
            <a:r>
              <a:rPr lang="en-US" b="1" dirty="0" smtClean="0">
                <a:solidFill>
                  <a:srgbClr val="FF0000"/>
                </a:solidFill>
              </a:rPr>
              <a:t/>
            </a:r>
            <a:br>
              <a:rPr lang="en-US" b="1" dirty="0" smtClean="0">
                <a:solidFill>
                  <a:srgbClr val="FF0000"/>
                </a:solidFill>
              </a:rPr>
            </a:br>
            <a:r>
              <a:rPr b="1" smtClean="0">
                <a:solidFill>
                  <a:srgbClr val="FF0000"/>
                </a:solidFill>
              </a:rPr>
              <a:t>MVP </a:t>
            </a:r>
            <a:r>
              <a:rPr b="1">
                <a:solidFill>
                  <a:srgbClr val="FF0000"/>
                </a:solidFill>
              </a:rPr>
              <a:t>to Complete Application Evolution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75096" y="1225685"/>
          <a:ext cx="8822988" cy="55624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0996"/>
                <a:gridCol w="2940996"/>
                <a:gridCol w="2940996"/>
              </a:tblGrid>
              <a:tr h="104951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Arial Black" pitchFamily="34" charset="0"/>
                        </a:rPr>
                        <a:t>Application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Arial Black" pitchFamily="34" charset="0"/>
                        </a:rPr>
                        <a:t>MVP Focus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Arial Black" pitchFamily="34" charset="0"/>
                        </a:rPr>
                        <a:t>Complete Platform Features</a:t>
                      </a:r>
                      <a:endParaRPr lang="en-US" dirty="0"/>
                    </a:p>
                  </a:txBody>
                  <a:tcPr/>
                </a:tc>
              </a:tr>
              <a:tr h="104951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Arial Black" pitchFamily="34" charset="0"/>
                        </a:rPr>
                        <a:t>HRMS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Arial Black" pitchFamily="34" charset="0"/>
                        </a:rPr>
                        <a:t>Attendance, leave management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Arial Black" pitchFamily="34" charset="0"/>
                        </a:rPr>
                        <a:t>Payroll, recruitment, </a:t>
                      </a:r>
                      <a:r>
                        <a:rPr lang="en-US" sz="1800" dirty="0" err="1" smtClean="0">
                          <a:latin typeface="Arial Black" pitchFamily="34" charset="0"/>
                        </a:rPr>
                        <a:t>chatbot</a:t>
                      </a:r>
                      <a:endParaRPr lang="en-US" dirty="0"/>
                    </a:p>
                  </a:txBody>
                  <a:tcPr/>
                </a:tc>
              </a:tr>
              <a:tr h="104951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Arial Black" pitchFamily="34" charset="0"/>
                        </a:rPr>
                        <a:t>CRM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Arial Black" pitchFamily="34" charset="0"/>
                        </a:rPr>
                        <a:t>Contact and lead tracking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Arial Black" pitchFamily="34" charset="0"/>
                        </a:rPr>
                        <a:t>Marketing automation, AI analytics</a:t>
                      </a:r>
                      <a:endParaRPr lang="en-US" dirty="0"/>
                    </a:p>
                  </a:txBody>
                  <a:tcPr/>
                </a:tc>
              </a:tr>
              <a:tr h="104951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Arial Black" pitchFamily="34" charset="0"/>
                        </a:rPr>
                        <a:t>Inventory System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Arial Black" pitchFamily="34" charset="0"/>
                        </a:rPr>
                        <a:t>Stock levels, manual updates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>
                          <a:latin typeface="Arial Black" pitchFamily="34" charset="0"/>
                        </a:rPr>
                        <a:t>IoT</a:t>
                      </a:r>
                      <a:r>
                        <a:rPr lang="en-US" sz="1800" dirty="0" smtClean="0">
                          <a:latin typeface="Arial Black" pitchFamily="34" charset="0"/>
                        </a:rPr>
                        <a:t>, demand forecasting, ERP</a:t>
                      </a:r>
                      <a:endParaRPr lang="en-US" dirty="0"/>
                    </a:p>
                  </a:txBody>
                  <a:tcPr/>
                </a:tc>
              </a:tr>
              <a:tr h="1364363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Arial Black" pitchFamily="34" charset="0"/>
                        </a:rPr>
                        <a:t>LMS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Arial Black" pitchFamily="34" charset="0"/>
                        </a:rPr>
                        <a:t>Content upload, progress tracking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>
                          <a:latin typeface="Arial Black" pitchFamily="34" charset="0"/>
                        </a:rPr>
                        <a:t>Gamification</a:t>
                      </a:r>
                      <a:r>
                        <a:rPr lang="en-US" sz="1800" dirty="0" smtClean="0">
                          <a:latin typeface="Arial Black" pitchFamily="34" charset="0"/>
                        </a:rPr>
                        <a:t>, hybrid learning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308</Words>
  <Application>Microsoft Macintosh PowerPoint</Application>
  <PresentationFormat>On-screen Show (4:3)</PresentationFormat>
  <Paragraphs>74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Enterprise Applications:  MVP to Complete Apps</vt:lpstr>
      <vt:lpstr>What is an MVP (Minimum Viable Product)?</vt:lpstr>
      <vt:lpstr>Benefits of MVP in Enterprise Applications</vt:lpstr>
      <vt:lpstr>Case Study: HRMS (Human Resource Management System)</vt:lpstr>
      <vt:lpstr>Case Study: CRM (Customer Relationship Management)</vt:lpstr>
      <vt:lpstr>Case Study: Inventory Management System</vt:lpstr>
      <vt:lpstr>Case Study: LMS (Learning Management System)</vt:lpstr>
      <vt:lpstr>Summary MVP to Complete Application Evolution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Applications: MVP to Complete Apps</dc:title>
  <dc:subject/>
  <dc:creator/>
  <cp:keywords/>
  <dc:description>generated using python-pptx</dc:description>
  <cp:lastModifiedBy>admin</cp:lastModifiedBy>
  <cp:revision>5</cp:revision>
  <dcterms:created xsi:type="dcterms:W3CDTF">2013-01-27T09:14:16Z</dcterms:created>
  <dcterms:modified xsi:type="dcterms:W3CDTF">2025-01-21T10:53:31Z</dcterms:modified>
  <cp:category/>
</cp:coreProperties>
</file>