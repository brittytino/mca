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5" name="Google Shape;14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8" name="Google Shape;14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9" name="Google Shape;14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0" name="Google Shape;15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Access transparency means that the interfaces for local and remote communication are the same (Unix networked file systems)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Location transparency means that service requesters do not need to know physical component locations (NFS in unix environment, we don’t need to the ip address).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Migration transparency means that the component can be relocated without users or clients noticing it.  It depends on both access and location transparency.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Replication transparency means the users and programmers do not know whether a replica or a master provides a service (a replica is a component copy that remains synchronized with its original.)  Example: video-on-demand.  It depends on access and location transparency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Concurrency transparency means that users and programmers are unaware that components request services concurrently. (Bank application is an example)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Scalability transparency means that users and programmers do not know how scalability of a distributed system is achieved. (The Internet is an example).  It depends on replication and migration transparency.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Performance transparency means that users and programmers are unaware how good system performance is maintained. (Example: distributed version of </a:t>
            </a:r>
            <a:r>
              <a:rPr i="1" lang="en-US" sz="1000"/>
              <a:t>make</a:t>
            </a:r>
            <a:r>
              <a:rPr lang="en-US" sz="1000"/>
              <a:t>).  It depends on replication and migration transparency.</a:t>
            </a:r>
            <a:endParaRPr/>
          </a:p>
          <a:p>
            <a:pPr indent="-635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-US" sz="1000"/>
              <a:t> Failure transparency means that users and programmers are unaware of how distributed systems conceal failures. It depends on concurrency and replication transparency. (Example: banking applications)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and Content">
  <p:cSld name="45_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03200" y="1600200"/>
            <a:ext cx="11785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657600" y="6400801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2" type="body"/>
          </p:nvPr>
        </p:nvSpPr>
        <p:spPr>
          <a:xfrm>
            <a:off x="203200" y="6400800"/>
            <a:ext cx="223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0.jpg"/><Relationship Id="rId21" Type="http://schemas.openxmlformats.org/officeDocument/2006/relationships/image" Target="../media/image24.png"/><Relationship Id="rId13" Type="http://schemas.openxmlformats.org/officeDocument/2006/relationships/image" Target="../media/image12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.jpg"/><Relationship Id="rId9" Type="http://schemas.openxmlformats.org/officeDocument/2006/relationships/image" Target="../media/image8.jpg"/><Relationship Id="rId15" Type="http://schemas.openxmlformats.org/officeDocument/2006/relationships/image" Target="../media/image13.png"/><Relationship Id="rId14" Type="http://schemas.openxmlformats.org/officeDocument/2006/relationships/image" Target="../media/image14.png"/><Relationship Id="rId17" Type="http://schemas.openxmlformats.org/officeDocument/2006/relationships/image" Target="../media/image29.jpg"/><Relationship Id="rId16" Type="http://schemas.openxmlformats.org/officeDocument/2006/relationships/image" Target="../media/image25.jpg"/><Relationship Id="rId5" Type="http://schemas.openxmlformats.org/officeDocument/2006/relationships/image" Target="../media/image15.png"/><Relationship Id="rId19" Type="http://schemas.openxmlformats.org/officeDocument/2006/relationships/image" Target="../media/image22.png"/><Relationship Id="rId6" Type="http://schemas.openxmlformats.org/officeDocument/2006/relationships/image" Target="../media/image11.jpg"/><Relationship Id="rId18" Type="http://schemas.openxmlformats.org/officeDocument/2006/relationships/image" Target="../media/image26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838200" y="589547"/>
            <a:ext cx="10515600" cy="5587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Distributed System  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Why distributed systems?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Centralized vs. Distributed  computing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Examples of distributed systems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Characteristics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Middleware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Transparency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Issues &amp; challenges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Conclusion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2209800" y="2057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Distributed Systems</a:t>
            </a:r>
            <a:endParaRPr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Distributed System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 distributed system is a collection of </a:t>
            </a:r>
            <a:r>
              <a:rPr lang="en-US">
                <a:solidFill>
                  <a:srgbClr val="FF0000"/>
                </a:solidFill>
              </a:rPr>
              <a:t>autonomous</a:t>
            </a:r>
            <a:r>
              <a:rPr lang="en-US"/>
              <a:t> hosts that are connected through a computer network.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Each host executes components and operates a distribution </a:t>
            </a:r>
            <a:r>
              <a:rPr lang="en-US">
                <a:solidFill>
                  <a:srgbClr val="FF0000"/>
                </a:solidFill>
              </a:rPr>
              <a:t>middleware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Middleware </a:t>
            </a:r>
            <a:r>
              <a:rPr lang="en-US">
                <a:solidFill>
                  <a:srgbClr val="FF0000"/>
                </a:solidFill>
              </a:rPr>
              <a:t>enables</a:t>
            </a:r>
            <a:r>
              <a:rPr lang="en-US"/>
              <a:t> the components to </a:t>
            </a:r>
            <a:r>
              <a:rPr lang="en-US">
                <a:solidFill>
                  <a:srgbClr val="FF0000"/>
                </a:solidFill>
              </a:rPr>
              <a:t>coordinate</a:t>
            </a:r>
            <a:r>
              <a:rPr lang="en-US"/>
              <a:t> their activities.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Users perceive the system as a </a:t>
            </a:r>
            <a:r>
              <a:rPr lang="en-US">
                <a:solidFill>
                  <a:srgbClr val="FF0000"/>
                </a:solidFill>
              </a:rPr>
              <a:t>single, integrated </a:t>
            </a:r>
            <a:r>
              <a:rPr lang="en-US"/>
              <a:t>computing facility.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1720516" y="446244"/>
            <a:ext cx="8530389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2059941" y="1281429"/>
            <a:ext cx="200025" cy="2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332990" y="1252220"/>
            <a:ext cx="6680200" cy="1028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85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programming typically falls into one of several  basic architectures Client-server, 3-tier  architecture and N-tier architecture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2034540" y="2668270"/>
            <a:ext cx="7322820" cy="386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311150" marR="304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US" sz="2325" u="none" cap="none" strike="noStrike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Client-server — Smart client code contacts the server for data,  then formats and displays it to the user. Input at the client is  committed back to the server when it represents a permanent  change.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311150" marR="542925" rtl="0" algn="l">
              <a:lnSpc>
                <a:spcPct val="998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b="0" baseline="30000" i="0" lang="en-US" sz="2325" u="none" cap="none" strike="noStrike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3-tier architecture — Three tier systems move the client  intelligence to a middle tier so that stateless clients can be  used. This simplifies application deployment.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311150" marR="386715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baseline="30000" i="0" lang="en-US" sz="2325" u="none" cap="none" strike="noStrike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N-tier architecture — N-Tier refers typically to web  applications which further forward their requests to other  enterprise services. This type of application is the one most  responsible for the success of application servers.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Distributed Systems?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1981200" y="1143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application is part of your business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must make them work together!</a:t>
            </a:r>
            <a:endParaRPr/>
          </a:p>
        </p:txBody>
      </p:sp>
      <p:grpSp>
        <p:nvGrpSpPr>
          <p:cNvPr id="125" name="Google Shape;125;p18"/>
          <p:cNvGrpSpPr/>
          <p:nvPr/>
        </p:nvGrpSpPr>
        <p:grpSpPr>
          <a:xfrm>
            <a:off x="3657601" y="4495801"/>
            <a:ext cx="1089025" cy="974725"/>
            <a:chOff x="757" y="1970"/>
            <a:chExt cx="681" cy="610"/>
          </a:xfrm>
        </p:grpSpPr>
        <p:grpSp>
          <p:nvGrpSpPr>
            <p:cNvPr id="126" name="Google Shape;126;p18"/>
            <p:cNvGrpSpPr/>
            <p:nvPr/>
          </p:nvGrpSpPr>
          <p:grpSpPr>
            <a:xfrm>
              <a:off x="1102" y="1970"/>
              <a:ext cx="336" cy="430"/>
              <a:chOff x="1102" y="1970"/>
              <a:chExt cx="336" cy="430"/>
            </a:xfrm>
          </p:grpSpPr>
          <p:grpSp>
            <p:nvGrpSpPr>
              <p:cNvPr id="127" name="Google Shape;127;p18"/>
              <p:cNvGrpSpPr/>
              <p:nvPr/>
            </p:nvGrpSpPr>
            <p:grpSpPr>
              <a:xfrm>
                <a:off x="1124" y="2156"/>
                <a:ext cx="314" cy="192"/>
                <a:chOff x="1124" y="2156"/>
                <a:chExt cx="314" cy="192"/>
              </a:xfrm>
            </p:grpSpPr>
            <p:grpSp>
              <p:nvGrpSpPr>
                <p:cNvPr id="128" name="Google Shape;128;p18"/>
                <p:cNvGrpSpPr/>
                <p:nvPr/>
              </p:nvGrpSpPr>
              <p:grpSpPr>
                <a:xfrm>
                  <a:off x="1236" y="2278"/>
                  <a:ext cx="202" cy="59"/>
                  <a:chOff x="1236" y="2278"/>
                  <a:chExt cx="202" cy="59"/>
                </a:xfrm>
              </p:grpSpPr>
              <p:grpSp>
                <p:nvGrpSpPr>
                  <p:cNvPr id="129" name="Google Shape;129;p18"/>
                  <p:cNvGrpSpPr/>
                  <p:nvPr/>
                </p:nvGrpSpPr>
                <p:grpSpPr>
                  <a:xfrm>
                    <a:off x="1236" y="2278"/>
                    <a:ext cx="138" cy="27"/>
                    <a:chOff x="1236" y="2278"/>
                    <a:chExt cx="138" cy="27"/>
                  </a:xfrm>
                </p:grpSpPr>
                <p:sp>
                  <p:nvSpPr>
                    <p:cNvPr id="130" name="Google Shape;130;p18"/>
                    <p:cNvSpPr/>
                    <p:nvPr/>
                  </p:nvSpPr>
                  <p:spPr>
                    <a:xfrm>
                      <a:off x="1236" y="2278"/>
                      <a:ext cx="138" cy="19"/>
                    </a:xfrm>
                    <a:custGeom>
                      <a:rect b="b" l="l" r="r" t="t"/>
                      <a:pathLst>
                        <a:path extrusionOk="0" h="19" w="138">
                          <a:moveTo>
                            <a:pt x="137" y="8"/>
                          </a:moveTo>
                          <a:lnTo>
                            <a:pt x="3" y="18"/>
                          </a:lnTo>
                          <a:lnTo>
                            <a:pt x="0" y="9"/>
                          </a:lnTo>
                          <a:lnTo>
                            <a:pt x="117" y="0"/>
                          </a:lnTo>
                          <a:lnTo>
                            <a:pt x="137" y="8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1" name="Google Shape;131;p18"/>
                    <p:cNvSpPr/>
                    <p:nvPr/>
                  </p:nvSpPr>
                  <p:spPr>
                    <a:xfrm>
                      <a:off x="1239" y="2286"/>
                      <a:ext cx="135" cy="19"/>
                    </a:xfrm>
                    <a:custGeom>
                      <a:rect b="b" l="l" r="r" t="t"/>
                      <a:pathLst>
                        <a:path extrusionOk="0" h="19" w="135">
                          <a:moveTo>
                            <a:pt x="134" y="0"/>
                          </a:moveTo>
                          <a:lnTo>
                            <a:pt x="0" y="11"/>
                          </a:lnTo>
                          <a:lnTo>
                            <a:pt x="0" y="18"/>
                          </a:lnTo>
                          <a:lnTo>
                            <a:pt x="129" y="7"/>
                          </a:lnTo>
                          <a:lnTo>
                            <a:pt x="134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2" name="Google Shape;132;p18"/>
                  <p:cNvGrpSpPr/>
                  <p:nvPr/>
                </p:nvGrpSpPr>
                <p:grpSpPr>
                  <a:xfrm>
                    <a:off x="1247" y="2304"/>
                    <a:ext cx="191" cy="33"/>
                    <a:chOff x="1247" y="2304"/>
                    <a:chExt cx="191" cy="33"/>
                  </a:xfrm>
                </p:grpSpPr>
                <p:sp>
                  <p:nvSpPr>
                    <p:cNvPr id="133" name="Google Shape;133;p18"/>
                    <p:cNvSpPr/>
                    <p:nvPr/>
                  </p:nvSpPr>
                  <p:spPr>
                    <a:xfrm>
                      <a:off x="1247" y="2304"/>
                      <a:ext cx="191" cy="25"/>
                    </a:xfrm>
                    <a:custGeom>
                      <a:rect b="b" l="l" r="r" t="t"/>
                      <a:pathLst>
                        <a:path extrusionOk="0" h="25" w="191">
                          <a:moveTo>
                            <a:pt x="173" y="0"/>
                          </a:moveTo>
                          <a:lnTo>
                            <a:pt x="0" y="14"/>
                          </a:lnTo>
                          <a:lnTo>
                            <a:pt x="0" y="24"/>
                          </a:lnTo>
                          <a:lnTo>
                            <a:pt x="190" y="9"/>
                          </a:lnTo>
                          <a:lnTo>
                            <a:pt x="173" y="0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" name="Google Shape;134;p18"/>
                    <p:cNvSpPr/>
                    <p:nvPr/>
                  </p:nvSpPr>
                  <p:spPr>
                    <a:xfrm>
                      <a:off x="1247" y="2313"/>
                      <a:ext cx="191" cy="24"/>
                    </a:xfrm>
                    <a:custGeom>
                      <a:rect b="b" l="l" r="r" t="t"/>
                      <a:pathLst>
                        <a:path extrusionOk="0" h="24" w="191">
                          <a:moveTo>
                            <a:pt x="190" y="0"/>
                          </a:moveTo>
                          <a:lnTo>
                            <a:pt x="183" y="8"/>
                          </a:lnTo>
                          <a:lnTo>
                            <a:pt x="0" y="23"/>
                          </a:lnTo>
                          <a:lnTo>
                            <a:pt x="0" y="15"/>
                          </a:lnTo>
                          <a:lnTo>
                            <a:pt x="19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5" name="Google Shape;135;p18"/>
                <p:cNvGrpSpPr/>
                <p:nvPr/>
              </p:nvGrpSpPr>
              <p:grpSpPr>
                <a:xfrm>
                  <a:off x="1124" y="2156"/>
                  <a:ext cx="129" cy="192"/>
                  <a:chOff x="1124" y="2156"/>
                  <a:chExt cx="129" cy="192"/>
                </a:xfrm>
              </p:grpSpPr>
              <p:sp>
                <p:nvSpPr>
                  <p:cNvPr id="136" name="Google Shape;136;p18"/>
                  <p:cNvSpPr/>
                  <p:nvPr/>
                </p:nvSpPr>
                <p:spPr>
                  <a:xfrm>
                    <a:off x="1124" y="2156"/>
                    <a:ext cx="121" cy="192"/>
                  </a:xfrm>
                  <a:custGeom>
                    <a:rect b="b" l="l" r="r" t="t"/>
                    <a:pathLst>
                      <a:path extrusionOk="0" h="192" w="121">
                        <a:moveTo>
                          <a:pt x="109" y="32"/>
                        </a:moveTo>
                        <a:lnTo>
                          <a:pt x="0" y="0"/>
                        </a:lnTo>
                        <a:lnTo>
                          <a:pt x="9" y="149"/>
                        </a:lnTo>
                        <a:lnTo>
                          <a:pt x="120" y="191"/>
                        </a:lnTo>
                        <a:lnTo>
                          <a:pt x="109" y="32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" name="Google Shape;137;p18"/>
                  <p:cNvSpPr/>
                  <p:nvPr/>
                </p:nvSpPr>
                <p:spPr>
                  <a:xfrm>
                    <a:off x="1232" y="2188"/>
                    <a:ext cx="21" cy="160"/>
                  </a:xfrm>
                  <a:custGeom>
                    <a:rect b="b" l="l" r="r" t="t"/>
                    <a:pathLst>
                      <a:path extrusionOk="0" h="160" w="21">
                        <a:moveTo>
                          <a:pt x="0" y="0"/>
                        </a:moveTo>
                        <a:lnTo>
                          <a:pt x="8" y="3"/>
                        </a:lnTo>
                        <a:lnTo>
                          <a:pt x="20" y="156"/>
                        </a:lnTo>
                        <a:lnTo>
                          <a:pt x="12" y="159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8" name="Google Shape;138;p18"/>
              <p:cNvGrpSpPr/>
              <p:nvPr/>
            </p:nvGrpSpPr>
            <p:grpSpPr>
              <a:xfrm>
                <a:off x="1102" y="1970"/>
                <a:ext cx="135" cy="430"/>
                <a:chOff x="1102" y="1970"/>
                <a:chExt cx="135" cy="430"/>
              </a:xfrm>
            </p:grpSpPr>
            <p:grpSp>
              <p:nvGrpSpPr>
                <p:cNvPr id="139" name="Google Shape;139;p18"/>
                <p:cNvGrpSpPr/>
                <p:nvPr/>
              </p:nvGrpSpPr>
              <p:grpSpPr>
                <a:xfrm>
                  <a:off x="1102" y="1970"/>
                  <a:ext cx="135" cy="430"/>
                  <a:chOff x="1102" y="1970"/>
                  <a:chExt cx="135" cy="430"/>
                </a:xfrm>
              </p:grpSpPr>
              <p:sp>
                <p:nvSpPr>
                  <p:cNvPr id="140" name="Google Shape;140;p18"/>
                  <p:cNvSpPr/>
                  <p:nvPr/>
                </p:nvSpPr>
                <p:spPr>
                  <a:xfrm>
                    <a:off x="1102" y="1976"/>
                    <a:ext cx="110" cy="361"/>
                  </a:xfrm>
                  <a:custGeom>
                    <a:rect b="b" l="l" r="r" t="t"/>
                    <a:pathLst>
                      <a:path extrusionOk="0" h="361" w="110">
                        <a:moveTo>
                          <a:pt x="0" y="0"/>
                        </a:moveTo>
                        <a:lnTo>
                          <a:pt x="78" y="25"/>
                        </a:lnTo>
                        <a:lnTo>
                          <a:pt x="109" y="360"/>
                        </a:lnTo>
                        <a:lnTo>
                          <a:pt x="98" y="356"/>
                        </a:lnTo>
                        <a:lnTo>
                          <a:pt x="69" y="44"/>
                        </a:lnTo>
                        <a:lnTo>
                          <a:pt x="48" y="37"/>
                        </a:lnTo>
                        <a:lnTo>
                          <a:pt x="75" y="344"/>
                        </a:lnTo>
                        <a:lnTo>
                          <a:pt x="65" y="335"/>
                        </a:lnTo>
                        <a:lnTo>
                          <a:pt x="37" y="34"/>
                        </a:lnTo>
                        <a:lnTo>
                          <a:pt x="14" y="26"/>
                        </a:lnTo>
                        <a:lnTo>
                          <a:pt x="40" y="326"/>
                        </a:lnTo>
                        <a:lnTo>
                          <a:pt x="28" y="32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" name="Google Shape;141;p18"/>
                  <p:cNvSpPr/>
                  <p:nvPr/>
                </p:nvSpPr>
                <p:spPr>
                  <a:xfrm>
                    <a:off x="1127" y="2127"/>
                    <a:ext cx="76" cy="34"/>
                  </a:xfrm>
                  <a:custGeom>
                    <a:rect b="b" l="l" r="r" t="t"/>
                    <a:pathLst>
                      <a:path extrusionOk="0" h="34" w="76">
                        <a:moveTo>
                          <a:pt x="75" y="33"/>
                        </a:moveTo>
                        <a:lnTo>
                          <a:pt x="1" y="9"/>
                        </a:lnTo>
                        <a:lnTo>
                          <a:pt x="0" y="0"/>
                        </a:lnTo>
                        <a:lnTo>
                          <a:pt x="74" y="24"/>
                        </a:lnTo>
                        <a:lnTo>
                          <a:pt x="75" y="33"/>
                        </a:lnTo>
                      </a:path>
                    </a:pathLst>
                  </a:custGeom>
                  <a:solidFill>
                    <a:srgbClr val="7F3F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" name="Google Shape;142;p18"/>
                  <p:cNvSpPr/>
                  <p:nvPr/>
                </p:nvSpPr>
                <p:spPr>
                  <a:xfrm>
                    <a:off x="1102" y="1970"/>
                    <a:ext cx="98" cy="31"/>
                  </a:xfrm>
                  <a:custGeom>
                    <a:rect b="b" l="l" r="r" t="t"/>
                    <a:pathLst>
                      <a:path extrusionOk="0" h="31" w="98">
                        <a:moveTo>
                          <a:pt x="97" y="24"/>
                        </a:moveTo>
                        <a:lnTo>
                          <a:pt x="78" y="30"/>
                        </a:lnTo>
                        <a:lnTo>
                          <a:pt x="0" y="6"/>
                        </a:lnTo>
                        <a:lnTo>
                          <a:pt x="19" y="0"/>
                        </a:lnTo>
                        <a:lnTo>
                          <a:pt x="97" y="24"/>
                        </a:lnTo>
                      </a:path>
                    </a:pathLst>
                  </a:custGeom>
                  <a:solidFill>
                    <a:srgbClr val="BF7F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3" name="Google Shape;143;p18"/>
                  <p:cNvSpPr/>
                  <p:nvPr/>
                </p:nvSpPr>
                <p:spPr>
                  <a:xfrm>
                    <a:off x="1180" y="1995"/>
                    <a:ext cx="57" cy="405"/>
                  </a:xfrm>
                  <a:custGeom>
                    <a:rect b="b" l="l" r="r" t="t"/>
                    <a:pathLst>
                      <a:path extrusionOk="0" h="405" w="57">
                        <a:moveTo>
                          <a:pt x="20" y="0"/>
                        </a:moveTo>
                        <a:lnTo>
                          <a:pt x="0" y="5"/>
                        </a:lnTo>
                        <a:lnTo>
                          <a:pt x="30" y="333"/>
                        </a:lnTo>
                        <a:lnTo>
                          <a:pt x="56" y="404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7F3F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" name="Google Shape;144;p18"/>
                  <p:cNvSpPr/>
                  <p:nvPr/>
                </p:nvSpPr>
                <p:spPr>
                  <a:xfrm>
                    <a:off x="1163" y="2016"/>
                    <a:ext cx="38" cy="321"/>
                  </a:xfrm>
                  <a:custGeom>
                    <a:rect b="b" l="l" r="r" t="t"/>
                    <a:pathLst>
                      <a:path extrusionOk="0" h="321" w="38">
                        <a:moveTo>
                          <a:pt x="0" y="0"/>
                        </a:moveTo>
                        <a:lnTo>
                          <a:pt x="23" y="311"/>
                        </a:lnTo>
                        <a:lnTo>
                          <a:pt x="37" y="320"/>
                        </a:lnTo>
                        <a:lnTo>
                          <a:pt x="10" y="3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BF1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5" name="Google Shape;145;p18"/>
                  <p:cNvSpPr/>
                  <p:nvPr/>
                </p:nvSpPr>
                <p:spPr>
                  <a:xfrm>
                    <a:off x="1131" y="2007"/>
                    <a:ext cx="38" cy="315"/>
                  </a:xfrm>
                  <a:custGeom>
                    <a:rect b="b" l="l" r="r" t="t"/>
                    <a:pathLst>
                      <a:path extrusionOk="0" h="315" w="38">
                        <a:moveTo>
                          <a:pt x="0" y="0"/>
                        </a:moveTo>
                        <a:lnTo>
                          <a:pt x="24" y="310"/>
                        </a:lnTo>
                        <a:lnTo>
                          <a:pt x="37" y="314"/>
                        </a:lnTo>
                        <a:lnTo>
                          <a:pt x="10" y="3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BF1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" name="Google Shape;146;p18"/>
                  <p:cNvSpPr/>
                  <p:nvPr/>
                </p:nvSpPr>
                <p:spPr>
                  <a:xfrm>
                    <a:off x="1122" y="2134"/>
                    <a:ext cx="75" cy="47"/>
                  </a:xfrm>
                  <a:custGeom>
                    <a:rect b="b" l="l" r="r" t="t"/>
                    <a:pathLst>
                      <a:path extrusionOk="0" h="47" w="75">
                        <a:moveTo>
                          <a:pt x="72" y="23"/>
                        </a:moveTo>
                        <a:lnTo>
                          <a:pt x="0" y="0"/>
                        </a:lnTo>
                        <a:lnTo>
                          <a:pt x="2" y="23"/>
                        </a:lnTo>
                        <a:lnTo>
                          <a:pt x="74" y="46"/>
                        </a:lnTo>
                        <a:lnTo>
                          <a:pt x="72" y="23"/>
                        </a:lnTo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" name="Google Shape;147;p18"/>
                <p:cNvGrpSpPr/>
                <p:nvPr/>
              </p:nvGrpSpPr>
              <p:grpSpPr>
                <a:xfrm>
                  <a:off x="1105" y="2052"/>
                  <a:ext cx="106" cy="70"/>
                  <a:chOff x="1105" y="2052"/>
                  <a:chExt cx="106" cy="70"/>
                </a:xfrm>
              </p:grpSpPr>
              <p:grpSp>
                <p:nvGrpSpPr>
                  <p:cNvPr id="148" name="Google Shape;148;p18"/>
                  <p:cNvGrpSpPr/>
                  <p:nvPr/>
                </p:nvGrpSpPr>
                <p:grpSpPr>
                  <a:xfrm>
                    <a:off x="1108" y="2081"/>
                    <a:ext cx="103" cy="41"/>
                    <a:chOff x="1108" y="2081"/>
                    <a:chExt cx="103" cy="41"/>
                  </a:xfrm>
                </p:grpSpPr>
                <p:sp>
                  <p:nvSpPr>
                    <p:cNvPr id="149" name="Google Shape;149;p18"/>
                    <p:cNvSpPr/>
                    <p:nvPr/>
                  </p:nvSpPr>
                  <p:spPr>
                    <a:xfrm>
                      <a:off x="1108" y="2081"/>
                      <a:ext cx="2" cy="3"/>
                    </a:xfrm>
                    <a:custGeom>
                      <a:rect b="b" l="l" r="r" t="t"/>
                      <a:pathLst>
                        <a:path extrusionOk="0" h="3" w="2">
                          <a:moveTo>
                            <a:pt x="1" y="2"/>
                          </a:move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1" y="2"/>
                          </a:lnTo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0" name="Google Shape;150;p18"/>
                    <p:cNvSpPr/>
                    <p:nvPr/>
                  </p:nvSpPr>
                  <p:spPr>
                    <a:xfrm>
                      <a:off x="1108" y="2084"/>
                      <a:ext cx="103" cy="38"/>
                    </a:xfrm>
                    <a:custGeom>
                      <a:rect b="b" l="l" r="r" t="t"/>
                      <a:pathLst>
                        <a:path extrusionOk="0" h="38" w="103">
                          <a:moveTo>
                            <a:pt x="101" y="21"/>
                          </a:moveTo>
                          <a:lnTo>
                            <a:pt x="102" y="32"/>
                          </a:lnTo>
                          <a:lnTo>
                            <a:pt x="83" y="37"/>
                          </a:lnTo>
                          <a:lnTo>
                            <a:pt x="1" y="11"/>
                          </a:lnTo>
                          <a:lnTo>
                            <a:pt x="0" y="0"/>
                          </a:lnTo>
                          <a:lnTo>
                            <a:pt x="82" y="26"/>
                          </a:lnTo>
                          <a:lnTo>
                            <a:pt x="101" y="21"/>
                          </a:lnTo>
                        </a:path>
                      </a:pathLst>
                    </a:custGeom>
                    <a:solidFill>
                      <a:srgbClr val="7F5F3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1" name="Google Shape;151;p18"/>
                  <p:cNvGrpSpPr/>
                  <p:nvPr/>
                </p:nvGrpSpPr>
                <p:grpSpPr>
                  <a:xfrm>
                    <a:off x="1105" y="2052"/>
                    <a:ext cx="103" cy="41"/>
                    <a:chOff x="1105" y="2052"/>
                    <a:chExt cx="103" cy="41"/>
                  </a:xfrm>
                </p:grpSpPr>
                <p:sp>
                  <p:nvSpPr>
                    <p:cNvPr id="152" name="Google Shape;152;p18"/>
                    <p:cNvSpPr/>
                    <p:nvPr/>
                  </p:nvSpPr>
                  <p:spPr>
                    <a:xfrm>
                      <a:off x="1105" y="2052"/>
                      <a:ext cx="3" cy="2"/>
                    </a:xfrm>
                    <a:custGeom>
                      <a:rect b="b" l="l" r="r" t="t"/>
                      <a:pathLst>
                        <a:path extrusionOk="0" h="2" w="3">
                          <a:moveTo>
                            <a:pt x="2" y="1"/>
                          </a:moveTo>
                          <a:lnTo>
                            <a:pt x="0" y="1"/>
                          </a:lnTo>
                          <a:lnTo>
                            <a:pt x="2" y="0"/>
                          </a:lnTo>
                          <a:lnTo>
                            <a:pt x="2" y="1"/>
                          </a:lnTo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" name="Google Shape;153;p18"/>
                    <p:cNvSpPr/>
                    <p:nvPr/>
                  </p:nvSpPr>
                  <p:spPr>
                    <a:xfrm>
                      <a:off x="1105" y="2054"/>
                      <a:ext cx="103" cy="39"/>
                    </a:xfrm>
                    <a:custGeom>
                      <a:rect b="b" l="l" r="r" t="t"/>
                      <a:pathLst>
                        <a:path extrusionOk="0" h="39" w="103">
                          <a:moveTo>
                            <a:pt x="101" y="22"/>
                          </a:moveTo>
                          <a:lnTo>
                            <a:pt x="102" y="33"/>
                          </a:lnTo>
                          <a:lnTo>
                            <a:pt x="83" y="38"/>
                          </a:lnTo>
                          <a:lnTo>
                            <a:pt x="1" y="12"/>
                          </a:lnTo>
                          <a:lnTo>
                            <a:pt x="0" y="0"/>
                          </a:lnTo>
                          <a:lnTo>
                            <a:pt x="82" y="27"/>
                          </a:lnTo>
                          <a:lnTo>
                            <a:pt x="101" y="22"/>
                          </a:lnTo>
                        </a:path>
                      </a:pathLst>
                    </a:custGeom>
                    <a:solidFill>
                      <a:srgbClr val="7F5F3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154" name="Google Shape;154;p18"/>
            <p:cNvGrpSpPr/>
            <p:nvPr/>
          </p:nvGrpSpPr>
          <p:grpSpPr>
            <a:xfrm>
              <a:off x="757" y="2194"/>
              <a:ext cx="518" cy="386"/>
              <a:chOff x="757" y="2194"/>
              <a:chExt cx="518" cy="386"/>
            </a:xfrm>
          </p:grpSpPr>
          <p:grpSp>
            <p:nvGrpSpPr>
              <p:cNvPr id="155" name="Google Shape;155;p18"/>
              <p:cNvGrpSpPr/>
              <p:nvPr/>
            </p:nvGrpSpPr>
            <p:grpSpPr>
              <a:xfrm>
                <a:off x="873" y="2434"/>
                <a:ext cx="402" cy="146"/>
                <a:chOff x="873" y="2434"/>
                <a:chExt cx="402" cy="146"/>
              </a:xfrm>
            </p:grpSpPr>
            <p:grpSp>
              <p:nvGrpSpPr>
                <p:cNvPr id="156" name="Google Shape;156;p18"/>
                <p:cNvGrpSpPr/>
                <p:nvPr/>
              </p:nvGrpSpPr>
              <p:grpSpPr>
                <a:xfrm>
                  <a:off x="1196" y="2434"/>
                  <a:ext cx="79" cy="71"/>
                  <a:chOff x="1196" y="2434"/>
                  <a:chExt cx="79" cy="71"/>
                </a:xfrm>
              </p:grpSpPr>
              <p:sp>
                <p:nvSpPr>
                  <p:cNvPr id="157" name="Google Shape;157;p18"/>
                  <p:cNvSpPr/>
                  <p:nvPr/>
                </p:nvSpPr>
                <p:spPr>
                  <a:xfrm>
                    <a:off x="1206" y="2440"/>
                    <a:ext cx="65" cy="60"/>
                  </a:xfrm>
                  <a:prstGeom prst="ellipse">
                    <a:avLst/>
                  </a:prstGeom>
                  <a:solidFill>
                    <a:srgbClr val="000000"/>
                  </a:solidFill>
                  <a:ln cap="flat" cmpd="sng" w="508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" name="Google Shape;158;p18"/>
                  <p:cNvSpPr/>
                  <p:nvPr/>
                </p:nvSpPr>
                <p:spPr>
                  <a:xfrm>
                    <a:off x="1196" y="2440"/>
                    <a:ext cx="66" cy="60"/>
                  </a:xfrm>
                  <a:prstGeom prst="ellipse">
                    <a:avLst/>
                  </a:prstGeom>
                  <a:solidFill>
                    <a:srgbClr val="000000"/>
                  </a:solidFill>
                  <a:ln cap="flat" cmpd="sng" w="508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" name="Google Shape;159;p18"/>
                  <p:cNvSpPr/>
                  <p:nvPr/>
                </p:nvSpPr>
                <p:spPr>
                  <a:xfrm>
                    <a:off x="1201" y="2434"/>
                    <a:ext cx="74" cy="71"/>
                  </a:xfrm>
                  <a:prstGeom prst="ellipse">
                    <a:avLst/>
                  </a:prstGeom>
                  <a:solidFill>
                    <a:srgbClr val="000000"/>
                  </a:solidFill>
                  <a:ln cap="flat" cmpd="sng" w="1270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0" name="Google Shape;160;p18"/>
                  <p:cNvGrpSpPr/>
                  <p:nvPr/>
                </p:nvGrpSpPr>
                <p:grpSpPr>
                  <a:xfrm>
                    <a:off x="1218" y="2453"/>
                    <a:ext cx="38" cy="32"/>
                    <a:chOff x="1218" y="2453"/>
                    <a:chExt cx="38" cy="32"/>
                  </a:xfrm>
                </p:grpSpPr>
                <p:sp>
                  <p:nvSpPr>
                    <p:cNvPr id="161" name="Google Shape;161;p18"/>
                    <p:cNvSpPr/>
                    <p:nvPr/>
                  </p:nvSpPr>
                  <p:spPr>
                    <a:xfrm>
                      <a:off x="1223" y="2453"/>
                      <a:ext cx="33" cy="32"/>
                    </a:xfrm>
                    <a:prstGeom prst="ellipse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62" name="Google Shape;162;p18"/>
                    <p:cNvGrpSpPr/>
                    <p:nvPr/>
                  </p:nvGrpSpPr>
                  <p:grpSpPr>
                    <a:xfrm>
                      <a:off x="1218" y="2453"/>
                      <a:ext cx="37" cy="32"/>
                      <a:chOff x="1218" y="2453"/>
                      <a:chExt cx="37" cy="32"/>
                    </a:xfrm>
                  </p:grpSpPr>
                  <p:sp>
                    <p:nvSpPr>
                      <p:cNvPr id="163" name="Google Shape;163;p18"/>
                      <p:cNvSpPr/>
                      <p:nvPr/>
                    </p:nvSpPr>
                    <p:spPr>
                      <a:xfrm>
                        <a:off x="1218" y="2453"/>
                        <a:ext cx="35" cy="32"/>
                      </a:xfrm>
                      <a:prstGeom prst="ellipse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4" name="Google Shape;164;p18"/>
                      <p:cNvSpPr/>
                      <p:nvPr/>
                    </p:nvSpPr>
                    <p:spPr>
                      <a:xfrm>
                        <a:off x="1221" y="2453"/>
                        <a:ext cx="34" cy="32"/>
                      </a:xfrm>
                      <a:prstGeom prst="ellipse">
                        <a:avLst/>
                      </a:prstGeom>
                      <a:solidFill>
                        <a:srgbClr val="9F9F9F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65" name="Google Shape;165;p18"/>
                <p:cNvGrpSpPr/>
                <p:nvPr/>
              </p:nvGrpSpPr>
              <p:grpSpPr>
                <a:xfrm>
                  <a:off x="873" y="2478"/>
                  <a:ext cx="123" cy="102"/>
                  <a:chOff x="873" y="2478"/>
                  <a:chExt cx="123" cy="102"/>
                </a:xfrm>
              </p:grpSpPr>
              <p:sp>
                <p:nvSpPr>
                  <p:cNvPr id="166" name="Google Shape;166;p18"/>
                  <p:cNvSpPr/>
                  <p:nvPr/>
                </p:nvSpPr>
                <p:spPr>
                  <a:xfrm>
                    <a:off x="873" y="2478"/>
                    <a:ext cx="110" cy="102"/>
                  </a:xfrm>
                  <a:prstGeom prst="ellipse">
                    <a:avLst/>
                  </a:prstGeom>
                  <a:solidFill>
                    <a:srgbClr val="000000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" name="Google Shape;167;p18"/>
                  <p:cNvSpPr/>
                  <p:nvPr/>
                </p:nvSpPr>
                <p:spPr>
                  <a:xfrm>
                    <a:off x="887" y="2478"/>
                    <a:ext cx="109" cy="102"/>
                  </a:xfrm>
                  <a:prstGeom prst="ellipse">
                    <a:avLst/>
                  </a:prstGeom>
                  <a:solidFill>
                    <a:srgbClr val="000000"/>
                  </a:solidFill>
                  <a:ln cap="flat" cmpd="sng" w="1270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" name="Google Shape;168;p18"/>
                  <p:cNvSpPr/>
                  <p:nvPr/>
                </p:nvSpPr>
                <p:spPr>
                  <a:xfrm>
                    <a:off x="898" y="2488"/>
                    <a:ext cx="87" cy="81"/>
                  </a:xfrm>
                  <a:prstGeom prst="ellipse">
                    <a:avLst/>
                  </a:prstGeom>
                  <a:solidFill>
                    <a:srgbClr val="000000"/>
                  </a:solidFill>
                  <a:ln cap="flat" cmpd="sng" w="1270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9" name="Google Shape;169;p18"/>
                  <p:cNvGrpSpPr/>
                  <p:nvPr/>
                </p:nvGrpSpPr>
                <p:grpSpPr>
                  <a:xfrm>
                    <a:off x="921" y="2509"/>
                    <a:ext cx="43" cy="35"/>
                    <a:chOff x="921" y="2509"/>
                    <a:chExt cx="43" cy="35"/>
                  </a:xfrm>
                </p:grpSpPr>
                <p:sp>
                  <p:nvSpPr>
                    <p:cNvPr id="170" name="Google Shape;170;p18"/>
                    <p:cNvSpPr/>
                    <p:nvPr/>
                  </p:nvSpPr>
                  <p:spPr>
                    <a:xfrm>
                      <a:off x="925" y="2509"/>
                      <a:ext cx="39" cy="35"/>
                    </a:xfrm>
                    <a:prstGeom prst="ellipse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71" name="Google Shape;171;p18"/>
                    <p:cNvGrpSpPr/>
                    <p:nvPr/>
                  </p:nvGrpSpPr>
                  <p:grpSpPr>
                    <a:xfrm>
                      <a:off x="921" y="2509"/>
                      <a:ext cx="39" cy="35"/>
                      <a:chOff x="921" y="2509"/>
                      <a:chExt cx="39" cy="35"/>
                    </a:xfrm>
                  </p:grpSpPr>
                  <p:sp>
                    <p:nvSpPr>
                      <p:cNvPr id="172" name="Google Shape;172;p18"/>
                      <p:cNvSpPr/>
                      <p:nvPr/>
                    </p:nvSpPr>
                    <p:spPr>
                      <a:xfrm>
                        <a:off x="921" y="2509"/>
                        <a:ext cx="37" cy="35"/>
                      </a:xfrm>
                      <a:prstGeom prst="ellipse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73" name="Google Shape;173;p18"/>
                      <p:cNvSpPr/>
                      <p:nvPr/>
                    </p:nvSpPr>
                    <p:spPr>
                      <a:xfrm>
                        <a:off x="923" y="2509"/>
                        <a:ext cx="37" cy="35"/>
                      </a:xfrm>
                      <a:prstGeom prst="ellipse">
                        <a:avLst/>
                      </a:prstGeom>
                      <a:solidFill>
                        <a:srgbClr val="9F9F9F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74" name="Google Shape;174;p18"/>
              <p:cNvGrpSpPr/>
              <p:nvPr/>
            </p:nvGrpSpPr>
            <p:grpSpPr>
              <a:xfrm>
                <a:off x="757" y="2194"/>
                <a:ext cx="490" cy="368"/>
                <a:chOff x="757" y="2194"/>
                <a:chExt cx="490" cy="368"/>
              </a:xfrm>
            </p:grpSpPr>
            <p:grpSp>
              <p:nvGrpSpPr>
                <p:cNvPr id="175" name="Google Shape;175;p18"/>
                <p:cNvGrpSpPr/>
                <p:nvPr/>
              </p:nvGrpSpPr>
              <p:grpSpPr>
                <a:xfrm>
                  <a:off x="1041" y="2194"/>
                  <a:ext cx="189" cy="273"/>
                  <a:chOff x="1041" y="2194"/>
                  <a:chExt cx="189" cy="273"/>
                </a:xfrm>
              </p:grpSpPr>
              <p:sp>
                <p:nvSpPr>
                  <p:cNvPr id="176" name="Google Shape;176;p18"/>
                  <p:cNvSpPr/>
                  <p:nvPr/>
                </p:nvSpPr>
                <p:spPr>
                  <a:xfrm>
                    <a:off x="1062" y="2337"/>
                    <a:ext cx="168" cy="130"/>
                  </a:xfrm>
                  <a:custGeom>
                    <a:rect b="b" l="l" r="r" t="t"/>
                    <a:pathLst>
                      <a:path extrusionOk="0" h="130" w="168">
                        <a:moveTo>
                          <a:pt x="167" y="62"/>
                        </a:moveTo>
                        <a:lnTo>
                          <a:pt x="39" y="0"/>
                        </a:lnTo>
                        <a:lnTo>
                          <a:pt x="0" y="6"/>
                        </a:lnTo>
                        <a:lnTo>
                          <a:pt x="0" y="129"/>
                        </a:lnTo>
                        <a:lnTo>
                          <a:pt x="167" y="62"/>
                        </a:lnTo>
                      </a:path>
                    </a:pathLst>
                  </a:cu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77" name="Google Shape;177;p18"/>
                  <p:cNvGrpSpPr/>
                  <p:nvPr/>
                </p:nvGrpSpPr>
                <p:grpSpPr>
                  <a:xfrm>
                    <a:off x="1041" y="2194"/>
                    <a:ext cx="123" cy="179"/>
                    <a:chOff x="1041" y="2194"/>
                    <a:chExt cx="123" cy="179"/>
                  </a:xfrm>
                </p:grpSpPr>
                <p:grpSp>
                  <p:nvGrpSpPr>
                    <p:cNvPr id="178" name="Google Shape;178;p18"/>
                    <p:cNvGrpSpPr/>
                    <p:nvPr/>
                  </p:nvGrpSpPr>
                  <p:grpSpPr>
                    <a:xfrm>
                      <a:off x="1075" y="2243"/>
                      <a:ext cx="89" cy="130"/>
                      <a:chOff x="1075" y="2243"/>
                      <a:chExt cx="89" cy="130"/>
                    </a:xfrm>
                  </p:grpSpPr>
                  <p:sp>
                    <p:nvSpPr>
                      <p:cNvPr id="179" name="Google Shape;179;p18"/>
                      <p:cNvSpPr/>
                      <p:nvPr/>
                    </p:nvSpPr>
                    <p:spPr>
                      <a:xfrm>
                        <a:off x="1102" y="2252"/>
                        <a:ext cx="62" cy="121"/>
                      </a:xfrm>
                      <a:custGeom>
                        <a:rect b="b" l="l" r="r" t="t"/>
                        <a:pathLst>
                          <a:path extrusionOk="0" h="121" w="62">
                            <a:moveTo>
                              <a:pt x="30" y="0"/>
                            </a:moveTo>
                            <a:lnTo>
                              <a:pt x="0" y="17"/>
                            </a:lnTo>
                            <a:lnTo>
                              <a:pt x="21" y="120"/>
                            </a:lnTo>
                            <a:lnTo>
                              <a:pt x="61" y="113"/>
                            </a:lnTo>
                            <a:lnTo>
                              <a:pt x="30" y="0"/>
                            </a:lnTo>
                          </a:path>
                        </a:pathLst>
                      </a:custGeom>
                      <a:solidFill>
                        <a:srgbClr val="9F9F9F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0" name="Google Shape;180;p18"/>
                      <p:cNvSpPr/>
                      <p:nvPr/>
                    </p:nvSpPr>
                    <p:spPr>
                      <a:xfrm>
                        <a:off x="1075" y="2261"/>
                        <a:ext cx="48" cy="112"/>
                      </a:xfrm>
                      <a:custGeom>
                        <a:rect b="b" l="l" r="r" t="t"/>
                        <a:pathLst>
                          <a:path extrusionOk="0" h="112" w="48">
                            <a:moveTo>
                              <a:pt x="27" y="9"/>
                            </a:moveTo>
                            <a:lnTo>
                              <a:pt x="47" y="111"/>
                            </a:lnTo>
                            <a:lnTo>
                              <a:pt x="19" y="101"/>
                            </a:lnTo>
                            <a:lnTo>
                              <a:pt x="0" y="0"/>
                            </a:lnTo>
                            <a:lnTo>
                              <a:pt x="27" y="9"/>
                            </a:lnTo>
                          </a:path>
                        </a:pathLst>
                      </a:custGeom>
                      <a:solidFill>
                        <a:srgbClr val="80808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1" name="Google Shape;181;p18"/>
                      <p:cNvSpPr/>
                      <p:nvPr/>
                    </p:nvSpPr>
                    <p:spPr>
                      <a:xfrm>
                        <a:off x="1075" y="2243"/>
                        <a:ext cx="58" cy="25"/>
                      </a:xfrm>
                      <a:custGeom>
                        <a:rect b="b" l="l" r="r" t="t"/>
                        <a:pathLst>
                          <a:path extrusionOk="0" h="25" w="58">
                            <a:moveTo>
                              <a:pt x="57" y="8"/>
                            </a:moveTo>
                            <a:lnTo>
                              <a:pt x="28" y="24"/>
                            </a:lnTo>
                            <a:lnTo>
                              <a:pt x="0" y="16"/>
                            </a:lnTo>
                            <a:lnTo>
                              <a:pt x="28" y="0"/>
                            </a:lnTo>
                            <a:lnTo>
                              <a:pt x="57" y="8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82" name="Google Shape;182;p18"/>
                    <p:cNvGrpSpPr/>
                    <p:nvPr/>
                  </p:nvGrpSpPr>
                  <p:grpSpPr>
                    <a:xfrm>
                      <a:off x="1041" y="2194"/>
                      <a:ext cx="94" cy="68"/>
                      <a:chOff x="1041" y="2194"/>
                      <a:chExt cx="94" cy="68"/>
                    </a:xfrm>
                  </p:grpSpPr>
                  <p:sp>
                    <p:nvSpPr>
                      <p:cNvPr id="183" name="Google Shape;183;p18"/>
                      <p:cNvSpPr/>
                      <p:nvPr/>
                    </p:nvSpPr>
                    <p:spPr>
                      <a:xfrm>
                        <a:off x="1041" y="2194"/>
                        <a:ext cx="94" cy="68"/>
                      </a:xfrm>
                      <a:custGeom>
                        <a:rect b="b" l="l" r="r" t="t"/>
                        <a:pathLst>
                          <a:path extrusionOk="0" h="68" w="94">
                            <a:moveTo>
                              <a:pt x="75" y="1"/>
                            </a:moveTo>
                            <a:lnTo>
                              <a:pt x="69" y="0"/>
                            </a:lnTo>
                            <a:lnTo>
                              <a:pt x="67" y="10"/>
                            </a:lnTo>
                            <a:lnTo>
                              <a:pt x="63" y="10"/>
                            </a:lnTo>
                            <a:lnTo>
                              <a:pt x="57" y="10"/>
                            </a:lnTo>
                            <a:lnTo>
                              <a:pt x="50" y="12"/>
                            </a:lnTo>
                            <a:lnTo>
                              <a:pt x="45" y="14"/>
                            </a:lnTo>
                            <a:lnTo>
                              <a:pt x="39" y="16"/>
                            </a:lnTo>
                            <a:lnTo>
                              <a:pt x="33" y="20"/>
                            </a:lnTo>
                            <a:lnTo>
                              <a:pt x="30" y="22"/>
                            </a:lnTo>
                            <a:lnTo>
                              <a:pt x="25" y="26"/>
                            </a:lnTo>
                            <a:lnTo>
                              <a:pt x="22" y="29"/>
                            </a:lnTo>
                            <a:lnTo>
                              <a:pt x="19" y="32"/>
                            </a:lnTo>
                            <a:lnTo>
                              <a:pt x="17" y="37"/>
                            </a:lnTo>
                            <a:lnTo>
                              <a:pt x="16" y="42"/>
                            </a:lnTo>
                            <a:lnTo>
                              <a:pt x="16" y="46"/>
                            </a:lnTo>
                            <a:lnTo>
                              <a:pt x="16" y="50"/>
                            </a:lnTo>
                            <a:lnTo>
                              <a:pt x="19" y="53"/>
                            </a:lnTo>
                            <a:lnTo>
                              <a:pt x="23" y="56"/>
                            </a:lnTo>
                            <a:lnTo>
                              <a:pt x="29" y="57"/>
                            </a:lnTo>
                            <a:lnTo>
                              <a:pt x="33" y="56"/>
                            </a:lnTo>
                            <a:lnTo>
                              <a:pt x="38" y="56"/>
                            </a:lnTo>
                            <a:lnTo>
                              <a:pt x="44" y="54"/>
                            </a:lnTo>
                            <a:lnTo>
                              <a:pt x="48" y="52"/>
                            </a:lnTo>
                            <a:lnTo>
                              <a:pt x="54" y="49"/>
                            </a:lnTo>
                            <a:lnTo>
                              <a:pt x="57" y="48"/>
                            </a:lnTo>
                            <a:lnTo>
                              <a:pt x="60" y="45"/>
                            </a:lnTo>
                            <a:lnTo>
                              <a:pt x="65" y="43"/>
                            </a:lnTo>
                            <a:lnTo>
                              <a:pt x="68" y="40"/>
                            </a:lnTo>
                            <a:lnTo>
                              <a:pt x="70" y="38"/>
                            </a:lnTo>
                            <a:lnTo>
                              <a:pt x="73" y="35"/>
                            </a:lnTo>
                            <a:lnTo>
                              <a:pt x="75" y="32"/>
                            </a:lnTo>
                            <a:lnTo>
                              <a:pt x="77" y="28"/>
                            </a:lnTo>
                            <a:lnTo>
                              <a:pt x="78" y="24"/>
                            </a:lnTo>
                            <a:lnTo>
                              <a:pt x="78" y="21"/>
                            </a:lnTo>
                            <a:lnTo>
                              <a:pt x="77" y="17"/>
                            </a:lnTo>
                            <a:lnTo>
                              <a:pt x="75" y="14"/>
                            </a:lnTo>
                            <a:lnTo>
                              <a:pt x="71" y="11"/>
                            </a:lnTo>
                            <a:lnTo>
                              <a:pt x="67" y="10"/>
                            </a:lnTo>
                            <a:lnTo>
                              <a:pt x="69" y="0"/>
                            </a:lnTo>
                            <a:lnTo>
                              <a:pt x="61" y="0"/>
                            </a:lnTo>
                            <a:lnTo>
                              <a:pt x="53" y="1"/>
                            </a:lnTo>
                            <a:lnTo>
                              <a:pt x="47" y="3"/>
                            </a:lnTo>
                            <a:lnTo>
                              <a:pt x="41" y="5"/>
                            </a:lnTo>
                            <a:lnTo>
                              <a:pt x="35" y="7"/>
                            </a:lnTo>
                            <a:lnTo>
                              <a:pt x="29" y="11"/>
                            </a:lnTo>
                            <a:lnTo>
                              <a:pt x="24" y="14"/>
                            </a:lnTo>
                            <a:lnTo>
                              <a:pt x="19" y="18"/>
                            </a:lnTo>
                            <a:lnTo>
                              <a:pt x="14" y="22"/>
                            </a:lnTo>
                            <a:lnTo>
                              <a:pt x="9" y="27"/>
                            </a:lnTo>
                            <a:lnTo>
                              <a:pt x="5" y="33"/>
                            </a:lnTo>
                            <a:lnTo>
                              <a:pt x="2" y="39"/>
                            </a:lnTo>
                            <a:lnTo>
                              <a:pt x="0" y="46"/>
                            </a:lnTo>
                            <a:lnTo>
                              <a:pt x="0" y="52"/>
                            </a:lnTo>
                            <a:lnTo>
                              <a:pt x="2" y="56"/>
                            </a:lnTo>
                            <a:lnTo>
                              <a:pt x="5" y="61"/>
                            </a:lnTo>
                            <a:lnTo>
                              <a:pt x="9" y="64"/>
                            </a:lnTo>
                            <a:lnTo>
                              <a:pt x="14" y="66"/>
                            </a:lnTo>
                            <a:lnTo>
                              <a:pt x="21" y="67"/>
                            </a:lnTo>
                            <a:lnTo>
                              <a:pt x="27" y="67"/>
                            </a:lnTo>
                            <a:lnTo>
                              <a:pt x="35" y="66"/>
                            </a:lnTo>
                            <a:lnTo>
                              <a:pt x="41" y="65"/>
                            </a:lnTo>
                            <a:lnTo>
                              <a:pt x="47" y="63"/>
                            </a:lnTo>
                            <a:lnTo>
                              <a:pt x="54" y="60"/>
                            </a:lnTo>
                            <a:lnTo>
                              <a:pt x="58" y="57"/>
                            </a:lnTo>
                            <a:lnTo>
                              <a:pt x="65" y="54"/>
                            </a:lnTo>
                            <a:lnTo>
                              <a:pt x="70" y="51"/>
                            </a:lnTo>
                            <a:lnTo>
                              <a:pt x="76" y="46"/>
                            </a:lnTo>
                            <a:lnTo>
                              <a:pt x="80" y="42"/>
                            </a:lnTo>
                            <a:lnTo>
                              <a:pt x="86" y="36"/>
                            </a:lnTo>
                            <a:lnTo>
                              <a:pt x="89" y="31"/>
                            </a:lnTo>
                            <a:lnTo>
                              <a:pt x="92" y="25"/>
                            </a:lnTo>
                            <a:lnTo>
                              <a:pt x="93" y="19"/>
                            </a:lnTo>
                            <a:lnTo>
                              <a:pt x="92" y="14"/>
                            </a:lnTo>
                            <a:lnTo>
                              <a:pt x="90" y="9"/>
                            </a:lnTo>
                            <a:lnTo>
                              <a:pt x="87" y="5"/>
                            </a:lnTo>
                            <a:lnTo>
                              <a:pt x="81" y="2"/>
                            </a:lnTo>
                            <a:lnTo>
                              <a:pt x="75" y="1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4" name="Google Shape;184;p18"/>
                      <p:cNvSpPr/>
                      <p:nvPr/>
                    </p:nvSpPr>
                    <p:spPr>
                      <a:xfrm>
                        <a:off x="1056" y="2205"/>
                        <a:ext cx="64" cy="46"/>
                      </a:xfrm>
                      <a:custGeom>
                        <a:rect b="b" l="l" r="r" t="t"/>
                        <a:pathLst>
                          <a:path extrusionOk="0" h="46" w="64">
                            <a:moveTo>
                              <a:pt x="51" y="0"/>
                            </a:moveTo>
                            <a:lnTo>
                              <a:pt x="47" y="0"/>
                            </a:lnTo>
                            <a:lnTo>
                              <a:pt x="42" y="0"/>
                            </a:lnTo>
                            <a:lnTo>
                              <a:pt x="37" y="1"/>
                            </a:lnTo>
                            <a:lnTo>
                              <a:pt x="32" y="3"/>
                            </a:lnTo>
                            <a:lnTo>
                              <a:pt x="28" y="4"/>
                            </a:lnTo>
                            <a:lnTo>
                              <a:pt x="25" y="6"/>
                            </a:lnTo>
                            <a:lnTo>
                              <a:pt x="21" y="8"/>
                            </a:lnTo>
                            <a:lnTo>
                              <a:pt x="16" y="10"/>
                            </a:lnTo>
                            <a:lnTo>
                              <a:pt x="13" y="12"/>
                            </a:lnTo>
                            <a:lnTo>
                              <a:pt x="9" y="16"/>
                            </a:lnTo>
                            <a:lnTo>
                              <a:pt x="7" y="18"/>
                            </a:lnTo>
                            <a:lnTo>
                              <a:pt x="4" y="22"/>
                            </a:lnTo>
                            <a:lnTo>
                              <a:pt x="2" y="24"/>
                            </a:lnTo>
                            <a:lnTo>
                              <a:pt x="1" y="29"/>
                            </a:lnTo>
                            <a:lnTo>
                              <a:pt x="0" y="33"/>
                            </a:lnTo>
                            <a:lnTo>
                              <a:pt x="0" y="36"/>
                            </a:lnTo>
                            <a:lnTo>
                              <a:pt x="2" y="40"/>
                            </a:lnTo>
                            <a:lnTo>
                              <a:pt x="5" y="43"/>
                            </a:lnTo>
                            <a:lnTo>
                              <a:pt x="9" y="45"/>
                            </a:lnTo>
                            <a:lnTo>
                              <a:pt x="14" y="45"/>
                            </a:lnTo>
                            <a:lnTo>
                              <a:pt x="19" y="44"/>
                            </a:lnTo>
                            <a:lnTo>
                              <a:pt x="24" y="44"/>
                            </a:lnTo>
                            <a:lnTo>
                              <a:pt x="28" y="42"/>
                            </a:lnTo>
                            <a:lnTo>
                              <a:pt x="32" y="41"/>
                            </a:lnTo>
                            <a:lnTo>
                              <a:pt x="37" y="39"/>
                            </a:lnTo>
                            <a:lnTo>
                              <a:pt x="40" y="37"/>
                            </a:lnTo>
                            <a:lnTo>
                              <a:pt x="44" y="35"/>
                            </a:lnTo>
                            <a:lnTo>
                              <a:pt x="48" y="33"/>
                            </a:lnTo>
                            <a:lnTo>
                              <a:pt x="52" y="30"/>
                            </a:lnTo>
                            <a:lnTo>
                              <a:pt x="56" y="27"/>
                            </a:lnTo>
                            <a:lnTo>
                              <a:pt x="58" y="23"/>
                            </a:lnTo>
                            <a:lnTo>
                              <a:pt x="61" y="20"/>
                            </a:lnTo>
                            <a:lnTo>
                              <a:pt x="62" y="17"/>
                            </a:lnTo>
                            <a:lnTo>
                              <a:pt x="63" y="12"/>
                            </a:lnTo>
                            <a:lnTo>
                              <a:pt x="63" y="9"/>
                            </a:lnTo>
                            <a:lnTo>
                              <a:pt x="61" y="6"/>
                            </a:lnTo>
                            <a:lnTo>
                              <a:pt x="58" y="3"/>
                            </a:lnTo>
                            <a:lnTo>
                              <a:pt x="56" y="1"/>
                            </a:lnTo>
                            <a:lnTo>
                              <a:pt x="51" y="0"/>
                            </a:lnTo>
                          </a:path>
                        </a:pathLst>
                      </a:custGeom>
                      <a:noFill/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5" name="Google Shape;185;p18"/>
                      <p:cNvSpPr/>
                      <p:nvPr/>
                    </p:nvSpPr>
                    <p:spPr>
                      <a:xfrm>
                        <a:off x="1056" y="2216"/>
                        <a:ext cx="62" cy="22"/>
                      </a:xfrm>
                      <a:custGeom>
                        <a:rect b="b" l="l" r="r" t="t"/>
                        <a:pathLst>
                          <a:path extrusionOk="0" h="22" w="62">
                            <a:moveTo>
                              <a:pt x="61" y="15"/>
                            </a:moveTo>
                            <a:lnTo>
                              <a:pt x="7" y="0"/>
                            </a:lnTo>
                            <a:lnTo>
                              <a:pt x="0" y="4"/>
                            </a:lnTo>
                            <a:lnTo>
                              <a:pt x="57" y="21"/>
                            </a:lnTo>
                            <a:lnTo>
                              <a:pt x="61" y="15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86" name="Google Shape;186;p18"/>
                <p:cNvGrpSpPr/>
                <p:nvPr/>
              </p:nvGrpSpPr>
              <p:grpSpPr>
                <a:xfrm>
                  <a:off x="757" y="2237"/>
                  <a:ext cx="490" cy="325"/>
                  <a:chOff x="757" y="2237"/>
                  <a:chExt cx="490" cy="325"/>
                </a:xfrm>
              </p:grpSpPr>
              <p:grpSp>
                <p:nvGrpSpPr>
                  <p:cNvPr id="187" name="Google Shape;187;p18"/>
                  <p:cNvGrpSpPr/>
                  <p:nvPr/>
                </p:nvGrpSpPr>
                <p:grpSpPr>
                  <a:xfrm>
                    <a:off x="762" y="2242"/>
                    <a:ext cx="485" cy="320"/>
                    <a:chOff x="762" y="2242"/>
                    <a:chExt cx="485" cy="320"/>
                  </a:xfrm>
                </p:grpSpPr>
                <p:grpSp>
                  <p:nvGrpSpPr>
                    <p:cNvPr id="188" name="Google Shape;188;p18"/>
                    <p:cNvGrpSpPr/>
                    <p:nvPr/>
                  </p:nvGrpSpPr>
                  <p:grpSpPr>
                    <a:xfrm>
                      <a:off x="864" y="2252"/>
                      <a:ext cx="183" cy="122"/>
                      <a:chOff x="864" y="2252"/>
                      <a:chExt cx="183" cy="122"/>
                    </a:xfrm>
                  </p:grpSpPr>
                  <p:grpSp>
                    <p:nvGrpSpPr>
                      <p:cNvPr id="189" name="Google Shape;189;p18"/>
                      <p:cNvGrpSpPr/>
                      <p:nvPr/>
                    </p:nvGrpSpPr>
                    <p:grpSpPr>
                      <a:xfrm>
                        <a:off x="864" y="2254"/>
                        <a:ext cx="183" cy="120"/>
                        <a:chOff x="864" y="2254"/>
                        <a:chExt cx="183" cy="120"/>
                      </a:xfrm>
                    </p:grpSpPr>
                    <p:sp>
                      <p:nvSpPr>
                        <p:cNvPr id="190" name="Google Shape;190;p18"/>
                        <p:cNvSpPr/>
                        <p:nvPr/>
                      </p:nvSpPr>
                      <p:spPr>
                        <a:xfrm>
                          <a:off x="888" y="2254"/>
                          <a:ext cx="151" cy="33"/>
                        </a:xfrm>
                        <a:custGeom>
                          <a:rect b="b" l="l" r="r" t="t"/>
                          <a:pathLst>
                            <a:path extrusionOk="0" h="33" w="151">
                              <a:moveTo>
                                <a:pt x="150" y="16"/>
                              </a:moveTo>
                              <a:lnTo>
                                <a:pt x="147" y="11"/>
                              </a:lnTo>
                              <a:lnTo>
                                <a:pt x="143" y="7"/>
                              </a:lnTo>
                              <a:lnTo>
                                <a:pt x="138" y="2"/>
                              </a:lnTo>
                              <a:lnTo>
                                <a:pt x="135" y="0"/>
                              </a:lnTo>
                              <a:lnTo>
                                <a:pt x="0" y="16"/>
                              </a:lnTo>
                              <a:lnTo>
                                <a:pt x="7" y="32"/>
                              </a:lnTo>
                              <a:lnTo>
                                <a:pt x="150" y="16"/>
                              </a:lnTo>
                            </a:path>
                          </a:pathLst>
                        </a:custGeom>
                        <a:solidFill>
                          <a:srgbClr val="BFBF00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91" name="Google Shape;191;p18"/>
                        <p:cNvSpPr/>
                        <p:nvPr/>
                      </p:nvSpPr>
                      <p:spPr>
                        <a:xfrm>
                          <a:off x="864" y="2269"/>
                          <a:ext cx="183" cy="105"/>
                        </a:xfrm>
                        <a:custGeom>
                          <a:rect b="b" l="l" r="r" t="t"/>
                          <a:pathLst>
                            <a:path extrusionOk="0" h="105" w="183">
                              <a:moveTo>
                                <a:pt x="181" y="103"/>
                              </a:moveTo>
                              <a:lnTo>
                                <a:pt x="182" y="15"/>
                              </a:lnTo>
                              <a:lnTo>
                                <a:pt x="181" y="11"/>
                              </a:lnTo>
                              <a:lnTo>
                                <a:pt x="179" y="7"/>
                              </a:lnTo>
                              <a:lnTo>
                                <a:pt x="176" y="3"/>
                              </a:lnTo>
                              <a:lnTo>
                                <a:pt x="172" y="0"/>
                              </a:lnTo>
                              <a:lnTo>
                                <a:pt x="51" y="15"/>
                              </a:lnTo>
                              <a:lnTo>
                                <a:pt x="46" y="15"/>
                              </a:lnTo>
                              <a:lnTo>
                                <a:pt x="42" y="13"/>
                              </a:lnTo>
                              <a:lnTo>
                                <a:pt x="39" y="11"/>
                              </a:lnTo>
                              <a:lnTo>
                                <a:pt x="37" y="8"/>
                              </a:lnTo>
                              <a:lnTo>
                                <a:pt x="35" y="5"/>
                              </a:lnTo>
                              <a:lnTo>
                                <a:pt x="34" y="0"/>
                              </a:lnTo>
                              <a:lnTo>
                                <a:pt x="1" y="5"/>
                              </a:lnTo>
                              <a:lnTo>
                                <a:pt x="0" y="104"/>
                              </a:lnTo>
                              <a:lnTo>
                                <a:pt x="181" y="103"/>
                              </a:lnTo>
                            </a:path>
                          </a:pathLst>
                        </a:custGeom>
                        <a:solidFill>
                          <a:srgbClr val="FFFF00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92" name="Google Shape;192;p18"/>
                      <p:cNvGrpSpPr/>
                      <p:nvPr/>
                    </p:nvGrpSpPr>
                    <p:grpSpPr>
                      <a:xfrm>
                        <a:off x="876" y="2252"/>
                        <a:ext cx="81" cy="54"/>
                        <a:chOff x="876" y="2252"/>
                        <a:chExt cx="81" cy="54"/>
                      </a:xfrm>
                    </p:grpSpPr>
                    <p:sp>
                      <p:nvSpPr>
                        <p:cNvPr id="193" name="Google Shape;193;p18"/>
                        <p:cNvSpPr/>
                        <p:nvPr/>
                      </p:nvSpPr>
                      <p:spPr>
                        <a:xfrm>
                          <a:off x="876" y="2252"/>
                          <a:ext cx="73" cy="34"/>
                        </a:xfrm>
                        <a:custGeom>
                          <a:rect b="b" l="l" r="r" t="t"/>
                          <a:pathLst>
                            <a:path extrusionOk="0" h="34" w="73">
                              <a:moveTo>
                                <a:pt x="72" y="30"/>
                              </a:moveTo>
                              <a:lnTo>
                                <a:pt x="16" y="0"/>
                              </a:lnTo>
                              <a:lnTo>
                                <a:pt x="0" y="2"/>
                              </a:lnTo>
                              <a:lnTo>
                                <a:pt x="54" y="33"/>
                              </a:lnTo>
                              <a:lnTo>
                                <a:pt x="72" y="30"/>
                              </a:lnTo>
                            </a:path>
                          </a:pathLst>
                        </a:custGeom>
                        <a:solidFill>
                          <a:srgbClr val="BF7F1F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94" name="Google Shape;194;p18"/>
                        <p:cNvSpPr/>
                        <p:nvPr/>
                      </p:nvSpPr>
                      <p:spPr>
                        <a:xfrm>
                          <a:off x="928" y="2283"/>
                          <a:ext cx="29" cy="23"/>
                        </a:xfrm>
                        <a:custGeom>
                          <a:rect b="b" l="l" r="r" t="t"/>
                          <a:pathLst>
                            <a:path extrusionOk="0" h="23" w="29">
                              <a:moveTo>
                                <a:pt x="20" y="0"/>
                              </a:moveTo>
                              <a:lnTo>
                                <a:pt x="1" y="3"/>
                              </a:lnTo>
                              <a:lnTo>
                                <a:pt x="0" y="22"/>
                              </a:lnTo>
                              <a:lnTo>
                                <a:pt x="28" y="18"/>
                              </a:lnTo>
                              <a:lnTo>
                                <a:pt x="20" y="0"/>
                              </a:lnTo>
                            </a:path>
                          </a:pathLst>
                        </a:custGeom>
                        <a:solidFill>
                          <a:srgbClr val="5F3F1F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95" name="Google Shape;195;p18"/>
                    <p:cNvGrpSpPr/>
                    <p:nvPr/>
                  </p:nvGrpSpPr>
                  <p:grpSpPr>
                    <a:xfrm>
                      <a:off x="762" y="2242"/>
                      <a:ext cx="485" cy="320"/>
                      <a:chOff x="762" y="2242"/>
                      <a:chExt cx="485" cy="320"/>
                    </a:xfrm>
                  </p:grpSpPr>
                  <p:sp>
                    <p:nvSpPr>
                      <p:cNvPr id="196" name="Google Shape;196;p18"/>
                      <p:cNvSpPr/>
                      <p:nvPr/>
                    </p:nvSpPr>
                    <p:spPr>
                      <a:xfrm>
                        <a:off x="920" y="2288"/>
                        <a:ext cx="151" cy="33"/>
                      </a:xfrm>
                      <a:custGeom>
                        <a:rect b="b" l="l" r="r" t="t"/>
                        <a:pathLst>
                          <a:path extrusionOk="0" h="33" w="151">
                            <a:moveTo>
                              <a:pt x="150" y="16"/>
                            </a:moveTo>
                            <a:lnTo>
                              <a:pt x="147" y="11"/>
                            </a:lnTo>
                            <a:lnTo>
                              <a:pt x="143" y="7"/>
                            </a:lnTo>
                            <a:lnTo>
                              <a:pt x="138" y="2"/>
                            </a:lnTo>
                            <a:lnTo>
                              <a:pt x="135" y="0"/>
                            </a:lnTo>
                            <a:lnTo>
                              <a:pt x="0" y="16"/>
                            </a:lnTo>
                            <a:lnTo>
                              <a:pt x="7" y="32"/>
                            </a:lnTo>
                            <a:lnTo>
                              <a:pt x="150" y="16"/>
                            </a:lnTo>
                          </a:path>
                        </a:pathLst>
                      </a:custGeom>
                      <a:solidFill>
                        <a:srgbClr val="BFBF0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7" name="Google Shape;197;p18"/>
                      <p:cNvSpPr/>
                      <p:nvPr/>
                    </p:nvSpPr>
                    <p:spPr>
                      <a:xfrm>
                        <a:off x="762" y="2242"/>
                        <a:ext cx="169" cy="304"/>
                      </a:xfrm>
                      <a:custGeom>
                        <a:rect b="b" l="l" r="r" t="t"/>
                        <a:pathLst>
                          <a:path extrusionOk="0" h="304" w="169">
                            <a:moveTo>
                              <a:pt x="168" y="43"/>
                            </a:moveTo>
                            <a:lnTo>
                              <a:pt x="92" y="0"/>
                            </a:lnTo>
                            <a:lnTo>
                              <a:pt x="22" y="12"/>
                            </a:lnTo>
                            <a:lnTo>
                              <a:pt x="16" y="14"/>
                            </a:lnTo>
                            <a:lnTo>
                              <a:pt x="11" y="15"/>
                            </a:lnTo>
                            <a:lnTo>
                              <a:pt x="7" y="17"/>
                            </a:lnTo>
                            <a:lnTo>
                              <a:pt x="3" y="20"/>
                            </a:lnTo>
                            <a:lnTo>
                              <a:pt x="1" y="23"/>
                            </a:lnTo>
                            <a:lnTo>
                              <a:pt x="0" y="28"/>
                            </a:lnTo>
                            <a:lnTo>
                              <a:pt x="0" y="254"/>
                            </a:lnTo>
                            <a:lnTo>
                              <a:pt x="68" y="303"/>
                            </a:lnTo>
                            <a:lnTo>
                              <a:pt x="168" y="43"/>
                            </a:lnTo>
                          </a:path>
                        </a:pathLst>
                      </a:custGeom>
                      <a:solidFill>
                        <a:srgbClr val="BFBF0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8" name="Google Shape;198;p18"/>
                      <p:cNvSpPr/>
                      <p:nvPr/>
                    </p:nvSpPr>
                    <p:spPr>
                      <a:xfrm>
                        <a:off x="1140" y="2305"/>
                        <a:ext cx="72" cy="95"/>
                      </a:xfrm>
                      <a:custGeom>
                        <a:rect b="b" l="l" r="r" t="t"/>
                        <a:pathLst>
                          <a:path extrusionOk="0" h="95" w="72">
                            <a:moveTo>
                              <a:pt x="71" y="21"/>
                            </a:moveTo>
                            <a:lnTo>
                              <a:pt x="7" y="0"/>
                            </a:lnTo>
                            <a:lnTo>
                              <a:pt x="0" y="72"/>
                            </a:lnTo>
                            <a:lnTo>
                              <a:pt x="66" y="94"/>
                            </a:lnTo>
                            <a:lnTo>
                              <a:pt x="71" y="21"/>
                            </a:lnTo>
                          </a:path>
                        </a:pathLst>
                      </a:custGeom>
                      <a:solidFill>
                        <a:srgbClr val="80800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9" name="Google Shape;199;p18"/>
                      <p:cNvSpPr/>
                      <p:nvPr/>
                    </p:nvSpPr>
                    <p:spPr>
                      <a:xfrm>
                        <a:off x="827" y="2286"/>
                        <a:ext cx="420" cy="276"/>
                      </a:xfrm>
                      <a:custGeom>
                        <a:rect b="b" l="l" r="r" t="t"/>
                        <a:pathLst>
                          <a:path extrusionOk="0" h="276" w="420">
                            <a:moveTo>
                              <a:pt x="419" y="140"/>
                            </a:moveTo>
                            <a:lnTo>
                              <a:pt x="384" y="41"/>
                            </a:lnTo>
                            <a:lnTo>
                              <a:pt x="379" y="113"/>
                            </a:lnTo>
                            <a:lnTo>
                              <a:pt x="254" y="132"/>
                            </a:lnTo>
                            <a:lnTo>
                              <a:pt x="254" y="39"/>
                            </a:lnTo>
                            <a:lnTo>
                              <a:pt x="253" y="33"/>
                            </a:lnTo>
                            <a:lnTo>
                              <a:pt x="251" y="29"/>
                            </a:lnTo>
                            <a:lnTo>
                              <a:pt x="249" y="24"/>
                            </a:lnTo>
                            <a:lnTo>
                              <a:pt x="246" y="20"/>
                            </a:lnTo>
                            <a:lnTo>
                              <a:pt x="243" y="17"/>
                            </a:lnTo>
                            <a:lnTo>
                              <a:pt x="121" y="33"/>
                            </a:lnTo>
                            <a:lnTo>
                              <a:pt x="116" y="32"/>
                            </a:lnTo>
                            <a:lnTo>
                              <a:pt x="113" y="31"/>
                            </a:lnTo>
                            <a:lnTo>
                              <a:pt x="110" y="29"/>
                            </a:lnTo>
                            <a:lnTo>
                              <a:pt x="107" y="26"/>
                            </a:lnTo>
                            <a:lnTo>
                              <a:pt x="105" y="23"/>
                            </a:lnTo>
                            <a:lnTo>
                              <a:pt x="104" y="18"/>
                            </a:lnTo>
                            <a:lnTo>
                              <a:pt x="104" y="11"/>
                            </a:lnTo>
                            <a:lnTo>
                              <a:pt x="104" y="5"/>
                            </a:lnTo>
                            <a:lnTo>
                              <a:pt x="105" y="0"/>
                            </a:lnTo>
                            <a:lnTo>
                              <a:pt x="23" y="19"/>
                            </a:lnTo>
                            <a:lnTo>
                              <a:pt x="17" y="20"/>
                            </a:lnTo>
                            <a:lnTo>
                              <a:pt x="11" y="22"/>
                            </a:lnTo>
                            <a:lnTo>
                              <a:pt x="7" y="24"/>
                            </a:lnTo>
                            <a:lnTo>
                              <a:pt x="3" y="27"/>
                            </a:lnTo>
                            <a:lnTo>
                              <a:pt x="1" y="30"/>
                            </a:lnTo>
                            <a:lnTo>
                              <a:pt x="0" y="35"/>
                            </a:lnTo>
                            <a:lnTo>
                              <a:pt x="0" y="259"/>
                            </a:lnTo>
                            <a:lnTo>
                              <a:pt x="31" y="275"/>
                            </a:lnTo>
                            <a:lnTo>
                              <a:pt x="38" y="274"/>
                            </a:lnTo>
                            <a:lnTo>
                              <a:pt x="75" y="234"/>
                            </a:lnTo>
                            <a:lnTo>
                              <a:pt x="359" y="188"/>
                            </a:lnTo>
                            <a:lnTo>
                              <a:pt x="360" y="179"/>
                            </a:lnTo>
                            <a:lnTo>
                              <a:pt x="362" y="172"/>
                            </a:lnTo>
                            <a:lnTo>
                              <a:pt x="364" y="167"/>
                            </a:lnTo>
                            <a:lnTo>
                              <a:pt x="368" y="161"/>
                            </a:lnTo>
                            <a:lnTo>
                              <a:pt x="371" y="157"/>
                            </a:lnTo>
                            <a:lnTo>
                              <a:pt x="377" y="151"/>
                            </a:lnTo>
                            <a:lnTo>
                              <a:pt x="383" y="147"/>
                            </a:lnTo>
                            <a:lnTo>
                              <a:pt x="389" y="144"/>
                            </a:lnTo>
                            <a:lnTo>
                              <a:pt x="394" y="142"/>
                            </a:lnTo>
                            <a:lnTo>
                              <a:pt x="400" y="141"/>
                            </a:lnTo>
                            <a:lnTo>
                              <a:pt x="407" y="140"/>
                            </a:lnTo>
                            <a:lnTo>
                              <a:pt x="413" y="140"/>
                            </a:lnTo>
                            <a:lnTo>
                              <a:pt x="419" y="140"/>
                            </a:lnTo>
                          </a:path>
                        </a:pathLst>
                      </a:custGeom>
                      <a:solidFill>
                        <a:srgbClr val="FFFF0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200" name="Google Shape;200;p18"/>
                  <p:cNvGrpSpPr/>
                  <p:nvPr/>
                </p:nvGrpSpPr>
                <p:grpSpPr>
                  <a:xfrm>
                    <a:off x="757" y="2237"/>
                    <a:ext cx="395" cy="256"/>
                    <a:chOff x="757" y="2237"/>
                    <a:chExt cx="395" cy="256"/>
                  </a:xfrm>
                </p:grpSpPr>
                <p:grpSp>
                  <p:nvGrpSpPr>
                    <p:cNvPr id="201" name="Google Shape;201;p18"/>
                    <p:cNvGrpSpPr/>
                    <p:nvPr/>
                  </p:nvGrpSpPr>
                  <p:grpSpPr>
                    <a:xfrm>
                      <a:off x="757" y="2237"/>
                      <a:ext cx="298" cy="256"/>
                      <a:chOff x="757" y="2237"/>
                      <a:chExt cx="298" cy="256"/>
                    </a:xfrm>
                  </p:grpSpPr>
                  <p:grpSp>
                    <p:nvGrpSpPr>
                      <p:cNvPr id="202" name="Google Shape;202;p18"/>
                      <p:cNvGrpSpPr/>
                      <p:nvPr/>
                    </p:nvGrpSpPr>
                    <p:grpSpPr>
                      <a:xfrm>
                        <a:off x="757" y="2260"/>
                        <a:ext cx="298" cy="233"/>
                        <a:chOff x="757" y="2260"/>
                        <a:chExt cx="298" cy="233"/>
                      </a:xfrm>
                    </p:grpSpPr>
                    <p:grpSp>
                      <p:nvGrpSpPr>
                        <p:cNvPr id="203" name="Google Shape;203;p18"/>
                        <p:cNvGrpSpPr/>
                        <p:nvPr/>
                      </p:nvGrpSpPr>
                      <p:grpSpPr>
                        <a:xfrm>
                          <a:off x="757" y="2260"/>
                          <a:ext cx="184" cy="233"/>
                          <a:chOff x="757" y="2260"/>
                          <a:chExt cx="184" cy="233"/>
                        </a:xfrm>
                      </p:grpSpPr>
                      <p:grpSp>
                        <p:nvGrpSpPr>
                          <p:cNvPr id="204" name="Google Shape;204;p18"/>
                          <p:cNvGrpSpPr/>
                          <p:nvPr/>
                        </p:nvGrpSpPr>
                        <p:grpSpPr>
                          <a:xfrm>
                            <a:off x="763" y="2260"/>
                            <a:ext cx="67" cy="154"/>
                            <a:chOff x="763" y="2260"/>
                            <a:chExt cx="67" cy="154"/>
                          </a:xfrm>
                        </p:grpSpPr>
                        <p:cxnSp>
                          <p:nvCxnSpPr>
                            <p:cNvPr id="205" name="Google Shape;205;p18"/>
                            <p:cNvCxnSpPr/>
                            <p:nvPr/>
                          </p:nvCxnSpPr>
                          <p:spPr>
                            <a:xfrm rot="10800000">
                              <a:off x="763" y="2260"/>
                              <a:ext cx="67" cy="54"/>
                            </a:xfrm>
                            <a:prstGeom prst="straightConnector1">
                              <a:avLst/>
                            </a:prstGeom>
                            <a:noFill/>
                            <a:ln cap="flat" cmpd="sng" w="12700">
                              <a:solidFill>
                                <a:srgbClr val="808000"/>
                              </a:solidFill>
                              <a:prstDash val="solid"/>
                              <a:round/>
                              <a:headEnd len="med" w="med" type="none"/>
                              <a:tailEnd len="med" w="med" type="none"/>
                            </a:ln>
                          </p:spPr>
                        </p:cxnSp>
                        <p:grpSp>
                          <p:nvGrpSpPr>
                            <p:cNvPr id="206" name="Google Shape;206;p18"/>
                            <p:cNvGrpSpPr/>
                            <p:nvPr/>
                          </p:nvGrpSpPr>
                          <p:grpSpPr>
                            <a:xfrm>
                              <a:off x="765" y="2328"/>
                              <a:ext cx="56" cy="86"/>
                              <a:chOff x="765" y="2328"/>
                              <a:chExt cx="56" cy="86"/>
                            </a:xfrm>
                          </p:grpSpPr>
                          <p:cxnSp>
                            <p:nvCxnSpPr>
                              <p:cNvPr id="207" name="Google Shape;207;p18"/>
                              <p:cNvCxnSpPr/>
                              <p:nvPr/>
                            </p:nvCxnSpPr>
                            <p:spPr>
                              <a:xfrm rot="10800000">
                                <a:off x="765" y="2328"/>
                                <a:ext cx="56" cy="45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808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08" name="Google Shape;208;p18"/>
                              <p:cNvCxnSpPr/>
                              <p:nvPr/>
                            </p:nvCxnSpPr>
                            <p:spPr>
                              <a:xfrm rot="10800000">
                                <a:off x="765" y="2339"/>
                                <a:ext cx="56" cy="45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808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09" name="Google Shape;209;p18"/>
                              <p:cNvCxnSpPr/>
                              <p:nvPr/>
                            </p:nvCxnSpPr>
                            <p:spPr>
                              <a:xfrm rot="10800000">
                                <a:off x="765" y="2350"/>
                                <a:ext cx="56" cy="44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808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10" name="Google Shape;210;p18"/>
                              <p:cNvCxnSpPr/>
                              <p:nvPr/>
                            </p:nvCxnSpPr>
                            <p:spPr>
                              <a:xfrm rot="10800000">
                                <a:off x="765" y="2359"/>
                                <a:ext cx="56" cy="46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808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11" name="Google Shape;211;p18"/>
                              <p:cNvCxnSpPr/>
                              <p:nvPr/>
                            </p:nvCxnSpPr>
                            <p:spPr>
                              <a:xfrm rot="10800000">
                                <a:off x="765" y="2370"/>
                                <a:ext cx="56" cy="44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808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</p:grpSp>
                      </p:grpSp>
                      <p:grpSp>
                        <p:nvGrpSpPr>
                          <p:cNvPr id="212" name="Google Shape;212;p18"/>
                          <p:cNvGrpSpPr/>
                          <p:nvPr/>
                        </p:nvGrpSpPr>
                        <p:grpSpPr>
                          <a:xfrm>
                            <a:off x="757" y="2413"/>
                            <a:ext cx="184" cy="80"/>
                            <a:chOff x="757" y="2413"/>
                            <a:chExt cx="184" cy="80"/>
                          </a:xfrm>
                        </p:grpSpPr>
                        <p:sp>
                          <p:nvSpPr>
                            <p:cNvPr id="213" name="Google Shape;213;p18"/>
                            <p:cNvSpPr/>
                            <p:nvPr/>
                          </p:nvSpPr>
                          <p:spPr>
                            <a:xfrm>
                              <a:off x="757" y="2427"/>
                              <a:ext cx="184" cy="66"/>
                            </a:xfrm>
                            <a:custGeom>
                              <a:rect b="b" l="l" r="r" t="t"/>
                              <a:pathLst>
                                <a:path extrusionOk="0" h="66" w="184">
                                  <a:moveTo>
                                    <a:pt x="183" y="33"/>
                                  </a:moveTo>
                                  <a:lnTo>
                                    <a:pt x="174" y="49"/>
                                  </a:lnTo>
                                  <a:lnTo>
                                    <a:pt x="68" y="65"/>
                                  </a:lnTo>
                                  <a:lnTo>
                                    <a:pt x="0" y="14"/>
                                  </a:lnTo>
                                  <a:lnTo>
                                    <a:pt x="0" y="0"/>
                                  </a:lnTo>
                                  <a:lnTo>
                                    <a:pt x="68" y="50"/>
                                  </a:lnTo>
                                  <a:lnTo>
                                    <a:pt x="183" y="33"/>
                                  </a:lnTo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t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l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14" name="Google Shape;214;p18"/>
                            <p:cNvSpPr/>
                            <p:nvPr/>
                          </p:nvSpPr>
                          <p:spPr>
                            <a:xfrm>
                              <a:off x="757" y="2415"/>
                              <a:ext cx="184" cy="64"/>
                            </a:xfrm>
                            <a:custGeom>
                              <a:rect b="b" l="l" r="r" t="t"/>
                              <a:pathLst>
                                <a:path extrusionOk="0" h="64" w="184">
                                  <a:moveTo>
                                    <a:pt x="183" y="45"/>
                                  </a:moveTo>
                                  <a:lnTo>
                                    <a:pt x="68" y="63"/>
                                  </a:lnTo>
                                  <a:lnTo>
                                    <a:pt x="0" y="12"/>
                                  </a:lnTo>
                                  <a:lnTo>
                                    <a:pt x="0" y="0"/>
                                  </a:lnTo>
                                  <a:lnTo>
                                    <a:pt x="69" y="53"/>
                                  </a:lnTo>
                                  <a:lnTo>
                                    <a:pt x="179" y="36"/>
                                  </a:lnTo>
                                  <a:lnTo>
                                    <a:pt x="183" y="45"/>
                                  </a:lnTo>
                                </a:path>
                              </a:pathLst>
                            </a:custGeom>
                            <a:solidFill>
                              <a:srgbClr val="C0C0C0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t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l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15" name="Google Shape;215;p18"/>
                            <p:cNvSpPr/>
                            <p:nvPr/>
                          </p:nvSpPr>
                          <p:spPr>
                            <a:xfrm>
                              <a:off x="757" y="2413"/>
                              <a:ext cx="4" cy="6"/>
                            </a:xfrm>
                            <a:custGeom>
                              <a:rect b="b" l="l" r="r" t="t"/>
                              <a:pathLst>
                                <a:path extrusionOk="0" h="6" w="4">
                                  <a:moveTo>
                                    <a:pt x="0" y="2"/>
                                  </a:moveTo>
                                  <a:lnTo>
                                    <a:pt x="3" y="5"/>
                                  </a:lnTo>
                                  <a:lnTo>
                                    <a:pt x="3" y="0"/>
                                  </a:lnTo>
                                  <a:lnTo>
                                    <a:pt x="0" y="2"/>
                                  </a:lnTo>
                                </a:path>
                              </a:pathLst>
                            </a:custGeom>
                            <a:solidFill>
                              <a:srgbClr val="9F9F9F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t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l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16" name="Google Shape;216;p18"/>
                        <p:cNvGrpSpPr/>
                        <p:nvPr/>
                      </p:nvGrpSpPr>
                      <p:grpSpPr>
                        <a:xfrm>
                          <a:off x="932" y="2345"/>
                          <a:ext cx="123" cy="81"/>
                          <a:chOff x="932" y="2345"/>
                          <a:chExt cx="123" cy="81"/>
                        </a:xfrm>
                      </p:grpSpPr>
                      <p:sp>
                        <p:nvSpPr>
                          <p:cNvPr id="217" name="Google Shape;217;p18"/>
                          <p:cNvSpPr/>
                          <p:nvPr/>
                        </p:nvSpPr>
                        <p:spPr>
                          <a:xfrm>
                            <a:off x="936" y="2345"/>
                            <a:ext cx="116" cy="81"/>
                          </a:xfrm>
                          <a:custGeom>
                            <a:rect b="b" l="l" r="r" t="t"/>
                            <a:pathLst>
                              <a:path extrusionOk="0" h="81" w="116">
                                <a:moveTo>
                                  <a:pt x="115" y="0"/>
                                </a:moveTo>
                                <a:lnTo>
                                  <a:pt x="115" y="65"/>
                                </a:lnTo>
                                <a:lnTo>
                                  <a:pt x="0" y="80"/>
                                </a:lnTo>
                                <a:lnTo>
                                  <a:pt x="0" y="15"/>
                                </a:lnTo>
                                <a:lnTo>
                                  <a:pt x="115" y="0"/>
                                </a:lnTo>
                              </a:path>
                            </a:pathLst>
                          </a:custGeom>
                          <a:solidFill>
                            <a:srgbClr val="BFBF00"/>
                          </a:solidFill>
                          <a:ln cap="rnd" cmpd="sng" w="12700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18" name="Google Shape;218;p18"/>
                          <p:cNvGrpSpPr/>
                          <p:nvPr/>
                        </p:nvGrpSpPr>
                        <p:grpSpPr>
                          <a:xfrm>
                            <a:off x="932" y="2356"/>
                            <a:ext cx="123" cy="58"/>
                            <a:chOff x="932" y="2356"/>
                            <a:chExt cx="123" cy="58"/>
                          </a:xfrm>
                        </p:grpSpPr>
                        <p:grpSp>
                          <p:nvGrpSpPr>
                            <p:cNvPr id="219" name="Google Shape;219;p18"/>
                            <p:cNvGrpSpPr/>
                            <p:nvPr/>
                          </p:nvGrpSpPr>
                          <p:grpSpPr>
                            <a:xfrm>
                              <a:off x="932" y="2356"/>
                              <a:ext cx="123" cy="20"/>
                              <a:chOff x="932" y="2356"/>
                              <a:chExt cx="123" cy="20"/>
                            </a:xfrm>
                          </p:grpSpPr>
                          <p:cxnSp>
                            <p:nvCxnSpPr>
                              <p:cNvPr id="220" name="Google Shape;220;p18"/>
                              <p:cNvCxnSpPr/>
                              <p:nvPr/>
                            </p:nvCxnSpPr>
                            <p:spPr>
                              <a:xfrm flipH="1">
                                <a:off x="932" y="2363"/>
                                <a:ext cx="122" cy="6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21" name="Google Shape;221;p18"/>
                              <p:cNvCxnSpPr/>
                              <p:nvPr/>
                            </p:nvCxnSpPr>
                            <p:spPr>
                              <a:xfrm flipH="1">
                                <a:off x="932" y="2356"/>
                                <a:ext cx="123" cy="7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22" name="Google Shape;222;p18"/>
                              <p:cNvCxnSpPr/>
                              <p:nvPr/>
                            </p:nvCxnSpPr>
                            <p:spPr>
                              <a:xfrm flipH="1">
                                <a:off x="932" y="2369"/>
                                <a:ext cx="122" cy="7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</p:grpSp>
                        <p:grpSp>
                          <p:nvGrpSpPr>
                            <p:cNvPr id="223" name="Google Shape;223;p18"/>
                            <p:cNvGrpSpPr/>
                            <p:nvPr/>
                          </p:nvGrpSpPr>
                          <p:grpSpPr>
                            <a:xfrm>
                              <a:off x="932" y="2375"/>
                              <a:ext cx="123" cy="20"/>
                              <a:chOff x="932" y="2375"/>
                              <a:chExt cx="123" cy="20"/>
                            </a:xfrm>
                          </p:grpSpPr>
                          <p:cxnSp>
                            <p:nvCxnSpPr>
                              <p:cNvPr id="224" name="Google Shape;224;p18"/>
                              <p:cNvCxnSpPr/>
                              <p:nvPr/>
                            </p:nvCxnSpPr>
                            <p:spPr>
                              <a:xfrm flipH="1">
                                <a:off x="932" y="2382"/>
                                <a:ext cx="122" cy="6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25" name="Google Shape;225;p18"/>
                              <p:cNvCxnSpPr/>
                              <p:nvPr/>
                            </p:nvCxnSpPr>
                            <p:spPr>
                              <a:xfrm flipH="1">
                                <a:off x="932" y="2375"/>
                                <a:ext cx="123" cy="7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26" name="Google Shape;226;p18"/>
                              <p:cNvCxnSpPr/>
                              <p:nvPr/>
                            </p:nvCxnSpPr>
                            <p:spPr>
                              <a:xfrm flipH="1">
                                <a:off x="932" y="2389"/>
                                <a:ext cx="122" cy="6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</p:grpSp>
                        <p:grpSp>
                          <p:nvGrpSpPr>
                            <p:cNvPr id="227" name="Google Shape;227;p18"/>
                            <p:cNvGrpSpPr/>
                            <p:nvPr/>
                          </p:nvGrpSpPr>
                          <p:grpSpPr>
                            <a:xfrm>
                              <a:off x="932" y="2394"/>
                              <a:ext cx="122" cy="20"/>
                              <a:chOff x="932" y="2394"/>
                              <a:chExt cx="122" cy="20"/>
                            </a:xfrm>
                          </p:grpSpPr>
                          <p:cxnSp>
                            <p:nvCxnSpPr>
                              <p:cNvPr id="228" name="Google Shape;228;p18"/>
                              <p:cNvCxnSpPr/>
                              <p:nvPr/>
                            </p:nvCxnSpPr>
                            <p:spPr>
                              <a:xfrm flipH="1">
                                <a:off x="932" y="2401"/>
                                <a:ext cx="122" cy="6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29" name="Google Shape;229;p18"/>
                              <p:cNvCxnSpPr/>
                              <p:nvPr/>
                            </p:nvCxnSpPr>
                            <p:spPr>
                              <a:xfrm flipH="1">
                                <a:off x="932" y="2394"/>
                                <a:ext cx="122" cy="8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  <p:cxnSp>
                            <p:nvCxnSpPr>
                              <p:cNvPr id="230" name="Google Shape;230;p18"/>
                              <p:cNvCxnSpPr/>
                              <p:nvPr/>
                            </p:nvCxnSpPr>
                            <p:spPr>
                              <a:xfrm flipH="1">
                                <a:off x="932" y="2408"/>
                                <a:ext cx="122" cy="6"/>
                              </a:xfrm>
                              <a:prstGeom prst="straightConnector1">
                                <a:avLst/>
                              </a:prstGeom>
                              <a:noFill/>
                              <a:ln cap="flat" cmpd="sng" w="12700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 len="med" w="med" type="none"/>
                                <a:tailEnd len="med" w="med" type="none"/>
                              </a:ln>
                            </p:spPr>
                          </p:cxnSp>
                        </p:grpSp>
                      </p:grpSp>
                    </p:grpSp>
                  </p:grpSp>
                  <p:grpSp>
                    <p:nvGrpSpPr>
                      <p:cNvPr id="231" name="Google Shape;231;p18"/>
                      <p:cNvGrpSpPr/>
                      <p:nvPr/>
                    </p:nvGrpSpPr>
                    <p:grpSpPr>
                      <a:xfrm>
                        <a:off x="998" y="2237"/>
                        <a:ext cx="25" cy="31"/>
                        <a:chOff x="998" y="2237"/>
                        <a:chExt cx="25" cy="31"/>
                      </a:xfrm>
                    </p:grpSpPr>
                    <p:sp>
                      <p:nvSpPr>
                        <p:cNvPr id="232" name="Google Shape;232;p18"/>
                        <p:cNvSpPr/>
                        <p:nvPr/>
                      </p:nvSpPr>
                      <p:spPr>
                        <a:xfrm>
                          <a:off x="1003" y="2243"/>
                          <a:ext cx="14" cy="25"/>
                        </a:xfrm>
                        <a:custGeom>
                          <a:rect b="b" l="l" r="r" t="t"/>
                          <a:pathLst>
                            <a:path extrusionOk="0" h="25" w="14">
                              <a:moveTo>
                                <a:pt x="13" y="1"/>
                              </a:moveTo>
                              <a:lnTo>
                                <a:pt x="13" y="23"/>
                              </a:lnTo>
                              <a:lnTo>
                                <a:pt x="0" y="24"/>
                              </a:lnTo>
                              <a:lnTo>
                                <a:pt x="0" y="0"/>
                              </a:lnTo>
                              <a:lnTo>
                                <a:pt x="13" y="1"/>
                              </a:lnTo>
                            </a:path>
                          </a:pathLst>
                        </a:custGeom>
                        <a:solidFill>
                          <a:srgbClr val="808000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33" name="Google Shape;233;p18"/>
                        <p:cNvSpPr/>
                        <p:nvPr/>
                      </p:nvSpPr>
                      <p:spPr>
                        <a:xfrm>
                          <a:off x="998" y="2237"/>
                          <a:ext cx="25" cy="9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1" sz="1800" u="none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34" name="Google Shape;234;p18"/>
                    <p:cNvGrpSpPr/>
                    <p:nvPr/>
                  </p:nvGrpSpPr>
                  <p:grpSpPr>
                    <a:xfrm>
                      <a:off x="1141" y="2370"/>
                      <a:ext cx="11" cy="17"/>
                      <a:chOff x="1141" y="2370"/>
                      <a:chExt cx="11" cy="17"/>
                    </a:xfrm>
                  </p:grpSpPr>
                  <p:sp>
                    <p:nvSpPr>
                      <p:cNvPr id="235" name="Google Shape;235;p18"/>
                      <p:cNvSpPr/>
                      <p:nvPr/>
                    </p:nvSpPr>
                    <p:spPr>
                      <a:xfrm>
                        <a:off x="1145" y="2371"/>
                        <a:ext cx="5" cy="16"/>
                      </a:xfrm>
                      <a:custGeom>
                        <a:rect b="b" l="l" r="r" t="t"/>
                        <a:pathLst>
                          <a:path extrusionOk="0" h="16" w="5">
                            <a:moveTo>
                              <a:pt x="4" y="15"/>
                            </a:moveTo>
                            <a:lnTo>
                              <a:pt x="0" y="13"/>
                            </a:lnTo>
                            <a:lnTo>
                              <a:pt x="0" y="0"/>
                            </a:lnTo>
                            <a:lnTo>
                              <a:pt x="4" y="2"/>
                            </a:lnTo>
                            <a:lnTo>
                              <a:pt x="4" y="15"/>
                            </a:lnTo>
                          </a:path>
                        </a:pathLst>
                      </a:custGeom>
                      <a:solidFill>
                        <a:srgbClr val="FFFF00"/>
                      </a:soli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6" name="Google Shape;236;p18"/>
                      <p:cNvSpPr/>
                      <p:nvPr/>
                    </p:nvSpPr>
                    <p:spPr>
                      <a:xfrm>
                        <a:off x="1141" y="2370"/>
                        <a:ext cx="11" cy="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</p:grpSp>
        </p:grpSp>
      </p:grpSp>
      <p:grpSp>
        <p:nvGrpSpPr>
          <p:cNvPr id="237" name="Google Shape;237;p18"/>
          <p:cNvGrpSpPr/>
          <p:nvPr/>
        </p:nvGrpSpPr>
        <p:grpSpPr>
          <a:xfrm>
            <a:off x="5257801" y="3429001"/>
            <a:ext cx="1438275" cy="1203325"/>
            <a:chOff x="3032" y="1593"/>
            <a:chExt cx="899" cy="753"/>
          </a:xfrm>
        </p:grpSpPr>
        <p:grpSp>
          <p:nvGrpSpPr>
            <p:cNvPr id="238" name="Google Shape;238;p18"/>
            <p:cNvGrpSpPr/>
            <p:nvPr/>
          </p:nvGrpSpPr>
          <p:grpSpPr>
            <a:xfrm>
              <a:off x="3032" y="1857"/>
              <a:ext cx="494" cy="444"/>
              <a:chOff x="3032" y="1857"/>
              <a:chExt cx="494" cy="444"/>
            </a:xfrm>
          </p:grpSpPr>
          <p:grpSp>
            <p:nvGrpSpPr>
              <p:cNvPr id="239" name="Google Shape;239;p18"/>
              <p:cNvGrpSpPr/>
              <p:nvPr/>
            </p:nvGrpSpPr>
            <p:grpSpPr>
              <a:xfrm>
                <a:off x="3052" y="1857"/>
                <a:ext cx="474" cy="429"/>
                <a:chOff x="3052" y="1857"/>
                <a:chExt cx="474" cy="429"/>
              </a:xfrm>
            </p:grpSpPr>
            <p:grpSp>
              <p:nvGrpSpPr>
                <p:cNvPr id="240" name="Google Shape;240;p18"/>
                <p:cNvGrpSpPr/>
                <p:nvPr/>
              </p:nvGrpSpPr>
              <p:grpSpPr>
                <a:xfrm>
                  <a:off x="3052" y="1857"/>
                  <a:ext cx="474" cy="429"/>
                  <a:chOff x="3052" y="1857"/>
                  <a:chExt cx="474" cy="429"/>
                </a:xfrm>
              </p:grpSpPr>
              <p:sp>
                <p:nvSpPr>
                  <p:cNvPr id="241" name="Google Shape;241;p18"/>
                  <p:cNvSpPr/>
                  <p:nvPr/>
                </p:nvSpPr>
                <p:spPr>
                  <a:xfrm>
                    <a:off x="3239" y="2231"/>
                    <a:ext cx="102" cy="55"/>
                  </a:xfrm>
                  <a:custGeom>
                    <a:rect b="b" l="l" r="r" t="t"/>
                    <a:pathLst>
                      <a:path extrusionOk="0" h="55" w="102">
                        <a:moveTo>
                          <a:pt x="20" y="54"/>
                        </a:moveTo>
                        <a:lnTo>
                          <a:pt x="81" y="54"/>
                        </a:lnTo>
                        <a:lnTo>
                          <a:pt x="101" y="0"/>
                        </a:lnTo>
                        <a:lnTo>
                          <a:pt x="0" y="0"/>
                        </a:lnTo>
                        <a:lnTo>
                          <a:pt x="20" y="54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" name="Google Shape;242;p18"/>
                  <p:cNvSpPr/>
                  <p:nvPr/>
                </p:nvSpPr>
                <p:spPr>
                  <a:xfrm>
                    <a:off x="3465" y="2023"/>
                    <a:ext cx="61" cy="92"/>
                  </a:xfrm>
                  <a:custGeom>
                    <a:rect b="b" l="l" r="r" t="t"/>
                    <a:pathLst>
                      <a:path extrusionOk="0" h="92" w="61">
                        <a:moveTo>
                          <a:pt x="60" y="73"/>
                        </a:moveTo>
                        <a:lnTo>
                          <a:pt x="60" y="18"/>
                        </a:lnTo>
                        <a:lnTo>
                          <a:pt x="0" y="0"/>
                        </a:lnTo>
                        <a:lnTo>
                          <a:pt x="0" y="91"/>
                        </a:lnTo>
                        <a:lnTo>
                          <a:pt x="60" y="73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" name="Google Shape;243;p18"/>
                  <p:cNvSpPr/>
                  <p:nvPr/>
                </p:nvSpPr>
                <p:spPr>
                  <a:xfrm>
                    <a:off x="3052" y="2024"/>
                    <a:ext cx="61" cy="92"/>
                  </a:xfrm>
                  <a:custGeom>
                    <a:rect b="b" l="l" r="r" t="t"/>
                    <a:pathLst>
                      <a:path extrusionOk="0" h="92" w="61">
                        <a:moveTo>
                          <a:pt x="0" y="73"/>
                        </a:moveTo>
                        <a:lnTo>
                          <a:pt x="0" y="18"/>
                        </a:lnTo>
                        <a:lnTo>
                          <a:pt x="60" y="0"/>
                        </a:lnTo>
                        <a:lnTo>
                          <a:pt x="60" y="91"/>
                        </a:lnTo>
                        <a:lnTo>
                          <a:pt x="0" y="73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4" name="Google Shape;244;p18"/>
                  <p:cNvGrpSpPr/>
                  <p:nvPr/>
                </p:nvGrpSpPr>
                <p:grpSpPr>
                  <a:xfrm>
                    <a:off x="3092" y="2147"/>
                    <a:ext cx="394" cy="91"/>
                    <a:chOff x="3092" y="2147"/>
                    <a:chExt cx="394" cy="91"/>
                  </a:xfrm>
                </p:grpSpPr>
                <p:sp>
                  <p:nvSpPr>
                    <p:cNvPr id="245" name="Google Shape;245;p18"/>
                    <p:cNvSpPr/>
                    <p:nvPr/>
                  </p:nvSpPr>
                  <p:spPr>
                    <a:xfrm>
                      <a:off x="3092" y="2148"/>
                      <a:ext cx="102" cy="90"/>
                    </a:xfrm>
                    <a:custGeom>
                      <a:rect b="b" l="l" r="r" t="t"/>
                      <a:pathLst>
                        <a:path extrusionOk="0" h="90" w="102">
                          <a:moveTo>
                            <a:pt x="34" y="0"/>
                          </a:moveTo>
                          <a:lnTo>
                            <a:pt x="101" y="65"/>
                          </a:lnTo>
                          <a:lnTo>
                            <a:pt x="41" y="89"/>
                          </a:lnTo>
                          <a:lnTo>
                            <a:pt x="0" y="50"/>
                          </a:lnTo>
                          <a:lnTo>
                            <a:pt x="34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" name="Google Shape;246;p18"/>
                    <p:cNvSpPr/>
                    <p:nvPr/>
                  </p:nvSpPr>
                  <p:spPr>
                    <a:xfrm>
                      <a:off x="3383" y="2147"/>
                      <a:ext cx="103" cy="91"/>
                    </a:xfrm>
                    <a:custGeom>
                      <a:rect b="b" l="l" r="r" t="t"/>
                      <a:pathLst>
                        <a:path extrusionOk="0" h="91" w="103">
                          <a:moveTo>
                            <a:pt x="67" y="0"/>
                          </a:moveTo>
                          <a:lnTo>
                            <a:pt x="0" y="66"/>
                          </a:lnTo>
                          <a:lnTo>
                            <a:pt x="61" y="90"/>
                          </a:lnTo>
                          <a:lnTo>
                            <a:pt x="102" y="51"/>
                          </a:lnTo>
                          <a:lnTo>
                            <a:pt x="6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47" name="Google Shape;247;p18"/>
                  <p:cNvGrpSpPr/>
                  <p:nvPr/>
                </p:nvGrpSpPr>
                <p:grpSpPr>
                  <a:xfrm>
                    <a:off x="3094" y="1905"/>
                    <a:ext cx="393" cy="91"/>
                    <a:chOff x="3094" y="1905"/>
                    <a:chExt cx="393" cy="91"/>
                  </a:xfrm>
                </p:grpSpPr>
                <p:sp>
                  <p:nvSpPr>
                    <p:cNvPr id="248" name="Google Shape;248;p18"/>
                    <p:cNvSpPr/>
                    <p:nvPr/>
                  </p:nvSpPr>
                  <p:spPr>
                    <a:xfrm>
                      <a:off x="3094" y="1905"/>
                      <a:ext cx="101" cy="90"/>
                    </a:xfrm>
                    <a:custGeom>
                      <a:rect b="b" l="l" r="r" t="t"/>
                      <a:pathLst>
                        <a:path extrusionOk="0" h="90" w="101">
                          <a:moveTo>
                            <a:pt x="34" y="89"/>
                          </a:moveTo>
                          <a:lnTo>
                            <a:pt x="100" y="24"/>
                          </a:lnTo>
                          <a:lnTo>
                            <a:pt x="40" y="0"/>
                          </a:lnTo>
                          <a:lnTo>
                            <a:pt x="0" y="39"/>
                          </a:lnTo>
                          <a:lnTo>
                            <a:pt x="34" y="89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9" name="Google Shape;249;p18"/>
                    <p:cNvSpPr/>
                    <p:nvPr/>
                  </p:nvSpPr>
                  <p:spPr>
                    <a:xfrm>
                      <a:off x="3384" y="1906"/>
                      <a:ext cx="103" cy="90"/>
                    </a:xfrm>
                    <a:custGeom>
                      <a:rect b="b" l="l" r="r" t="t"/>
                      <a:pathLst>
                        <a:path extrusionOk="0" h="90" w="103">
                          <a:moveTo>
                            <a:pt x="67" y="89"/>
                          </a:moveTo>
                          <a:lnTo>
                            <a:pt x="0" y="24"/>
                          </a:lnTo>
                          <a:lnTo>
                            <a:pt x="61" y="0"/>
                          </a:lnTo>
                          <a:lnTo>
                            <a:pt x="102" y="39"/>
                          </a:lnTo>
                          <a:lnTo>
                            <a:pt x="67" y="89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50" name="Google Shape;250;p18"/>
                  <p:cNvSpPr/>
                  <p:nvPr/>
                </p:nvSpPr>
                <p:spPr>
                  <a:xfrm>
                    <a:off x="3237" y="1857"/>
                    <a:ext cx="102" cy="55"/>
                  </a:xfrm>
                  <a:custGeom>
                    <a:rect b="b" l="l" r="r" t="t"/>
                    <a:pathLst>
                      <a:path extrusionOk="0" h="55" w="102">
                        <a:moveTo>
                          <a:pt x="20" y="0"/>
                        </a:moveTo>
                        <a:lnTo>
                          <a:pt x="81" y="0"/>
                        </a:lnTo>
                        <a:lnTo>
                          <a:pt x="101" y="54"/>
                        </a:lnTo>
                        <a:lnTo>
                          <a:pt x="0" y="54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1" name="Google Shape;251;p18"/>
                <p:cNvSpPr/>
                <p:nvPr/>
              </p:nvSpPr>
              <p:spPr>
                <a:xfrm>
                  <a:off x="3109" y="1909"/>
                  <a:ext cx="359" cy="324"/>
                </a:xfrm>
                <a:prstGeom prst="ellipse">
                  <a:avLst/>
                </a:prstGeom>
                <a:solidFill>
                  <a:srgbClr val="000000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" name="Google Shape;252;p18"/>
              <p:cNvGrpSpPr/>
              <p:nvPr/>
            </p:nvGrpSpPr>
            <p:grpSpPr>
              <a:xfrm>
                <a:off x="3032" y="1873"/>
                <a:ext cx="474" cy="428"/>
                <a:chOff x="3032" y="1873"/>
                <a:chExt cx="474" cy="428"/>
              </a:xfrm>
            </p:grpSpPr>
            <p:grpSp>
              <p:nvGrpSpPr>
                <p:cNvPr id="253" name="Google Shape;253;p18"/>
                <p:cNvGrpSpPr/>
                <p:nvPr/>
              </p:nvGrpSpPr>
              <p:grpSpPr>
                <a:xfrm>
                  <a:off x="3032" y="1873"/>
                  <a:ext cx="474" cy="428"/>
                  <a:chOff x="3032" y="1873"/>
                  <a:chExt cx="474" cy="428"/>
                </a:xfrm>
              </p:grpSpPr>
              <p:grpSp>
                <p:nvGrpSpPr>
                  <p:cNvPr id="254" name="Google Shape;254;p18"/>
                  <p:cNvGrpSpPr/>
                  <p:nvPr/>
                </p:nvGrpSpPr>
                <p:grpSpPr>
                  <a:xfrm>
                    <a:off x="3032" y="1873"/>
                    <a:ext cx="474" cy="428"/>
                    <a:chOff x="3032" y="1873"/>
                    <a:chExt cx="474" cy="428"/>
                  </a:xfrm>
                </p:grpSpPr>
                <p:sp>
                  <p:nvSpPr>
                    <p:cNvPr id="255" name="Google Shape;255;p18"/>
                    <p:cNvSpPr/>
                    <p:nvPr/>
                  </p:nvSpPr>
                  <p:spPr>
                    <a:xfrm>
                      <a:off x="3219" y="2247"/>
                      <a:ext cx="102" cy="54"/>
                    </a:xfrm>
                    <a:custGeom>
                      <a:rect b="b" l="l" r="r" t="t"/>
                      <a:pathLst>
                        <a:path extrusionOk="0" h="54" w="102">
                          <a:moveTo>
                            <a:pt x="20" y="53"/>
                          </a:moveTo>
                          <a:lnTo>
                            <a:pt x="81" y="53"/>
                          </a:lnTo>
                          <a:lnTo>
                            <a:pt x="101" y="0"/>
                          </a:lnTo>
                          <a:lnTo>
                            <a:pt x="0" y="0"/>
                          </a:lnTo>
                          <a:lnTo>
                            <a:pt x="20" y="53"/>
                          </a:lnTo>
                        </a:path>
                      </a:pathLst>
                    </a:custGeom>
                    <a:solidFill>
                      <a:srgbClr val="00F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6" name="Google Shape;256;p18"/>
                    <p:cNvSpPr/>
                    <p:nvPr/>
                  </p:nvSpPr>
                  <p:spPr>
                    <a:xfrm>
                      <a:off x="3445" y="2039"/>
                      <a:ext cx="61" cy="93"/>
                    </a:xfrm>
                    <a:custGeom>
                      <a:rect b="b" l="l" r="r" t="t"/>
                      <a:pathLst>
                        <a:path extrusionOk="0" h="93" w="61">
                          <a:moveTo>
                            <a:pt x="60" y="74"/>
                          </a:moveTo>
                          <a:lnTo>
                            <a:pt x="60" y="18"/>
                          </a:lnTo>
                          <a:lnTo>
                            <a:pt x="0" y="0"/>
                          </a:lnTo>
                          <a:lnTo>
                            <a:pt x="0" y="92"/>
                          </a:lnTo>
                          <a:lnTo>
                            <a:pt x="60" y="74"/>
                          </a:lnTo>
                        </a:path>
                      </a:pathLst>
                    </a:custGeom>
                    <a:solidFill>
                      <a:srgbClr val="00F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" name="Google Shape;257;p18"/>
                    <p:cNvSpPr/>
                    <p:nvPr/>
                  </p:nvSpPr>
                  <p:spPr>
                    <a:xfrm>
                      <a:off x="3032" y="2039"/>
                      <a:ext cx="61" cy="94"/>
                    </a:xfrm>
                    <a:custGeom>
                      <a:rect b="b" l="l" r="r" t="t"/>
                      <a:pathLst>
                        <a:path extrusionOk="0" h="94" w="61">
                          <a:moveTo>
                            <a:pt x="0" y="74"/>
                          </a:moveTo>
                          <a:lnTo>
                            <a:pt x="0" y="19"/>
                          </a:lnTo>
                          <a:lnTo>
                            <a:pt x="60" y="0"/>
                          </a:lnTo>
                          <a:lnTo>
                            <a:pt x="60" y="93"/>
                          </a:lnTo>
                          <a:lnTo>
                            <a:pt x="0" y="74"/>
                          </a:lnTo>
                        </a:path>
                      </a:pathLst>
                    </a:custGeom>
                    <a:solidFill>
                      <a:srgbClr val="00F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58" name="Google Shape;258;p18"/>
                    <p:cNvGrpSpPr/>
                    <p:nvPr/>
                  </p:nvGrpSpPr>
                  <p:grpSpPr>
                    <a:xfrm>
                      <a:off x="3071" y="2163"/>
                      <a:ext cx="393" cy="92"/>
                      <a:chOff x="3071" y="2163"/>
                      <a:chExt cx="393" cy="92"/>
                    </a:xfrm>
                  </p:grpSpPr>
                  <p:sp>
                    <p:nvSpPr>
                      <p:cNvPr id="259" name="Google Shape;259;p18"/>
                      <p:cNvSpPr/>
                      <p:nvPr/>
                    </p:nvSpPr>
                    <p:spPr>
                      <a:xfrm>
                        <a:off x="3071" y="2163"/>
                        <a:ext cx="103" cy="92"/>
                      </a:xfrm>
                      <a:custGeom>
                        <a:rect b="b" l="l" r="r" t="t"/>
                        <a:pathLst>
                          <a:path extrusionOk="0" h="92" w="103">
                            <a:moveTo>
                              <a:pt x="35" y="0"/>
                            </a:moveTo>
                            <a:lnTo>
                              <a:pt x="102" y="67"/>
                            </a:lnTo>
                            <a:lnTo>
                              <a:pt x="41" y="91"/>
                            </a:lnTo>
                            <a:lnTo>
                              <a:pt x="0" y="51"/>
                            </a:lnTo>
                            <a:lnTo>
                              <a:pt x="35" y="0"/>
                            </a:lnTo>
                          </a:path>
                        </a:pathLst>
                      </a:custGeom>
                      <a:solidFill>
                        <a:srgbClr val="00FF00"/>
                      </a:solidFill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0" name="Google Shape;260;p18"/>
                      <p:cNvSpPr/>
                      <p:nvPr/>
                    </p:nvSpPr>
                    <p:spPr>
                      <a:xfrm>
                        <a:off x="3364" y="2163"/>
                        <a:ext cx="100" cy="91"/>
                      </a:xfrm>
                      <a:custGeom>
                        <a:rect b="b" l="l" r="r" t="t"/>
                        <a:pathLst>
                          <a:path extrusionOk="0" h="91" w="100">
                            <a:moveTo>
                              <a:pt x="65" y="0"/>
                            </a:moveTo>
                            <a:lnTo>
                              <a:pt x="0" y="66"/>
                            </a:lnTo>
                            <a:lnTo>
                              <a:pt x="59" y="90"/>
                            </a:lnTo>
                            <a:lnTo>
                              <a:pt x="99" y="51"/>
                            </a:lnTo>
                            <a:lnTo>
                              <a:pt x="65" y="0"/>
                            </a:lnTo>
                          </a:path>
                        </a:pathLst>
                      </a:custGeom>
                      <a:solidFill>
                        <a:srgbClr val="00FF00"/>
                      </a:solidFill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61" name="Google Shape;261;p18"/>
                    <p:cNvGrpSpPr/>
                    <p:nvPr/>
                  </p:nvGrpSpPr>
                  <p:grpSpPr>
                    <a:xfrm>
                      <a:off x="3072" y="1920"/>
                      <a:ext cx="394" cy="93"/>
                      <a:chOff x="3072" y="1920"/>
                      <a:chExt cx="394" cy="93"/>
                    </a:xfrm>
                  </p:grpSpPr>
                  <p:sp>
                    <p:nvSpPr>
                      <p:cNvPr id="262" name="Google Shape;262;p18"/>
                      <p:cNvSpPr/>
                      <p:nvPr/>
                    </p:nvSpPr>
                    <p:spPr>
                      <a:xfrm>
                        <a:off x="3072" y="1920"/>
                        <a:ext cx="103" cy="92"/>
                      </a:xfrm>
                      <a:custGeom>
                        <a:rect b="b" l="l" r="r" t="t"/>
                        <a:pathLst>
                          <a:path extrusionOk="0" h="92" w="103">
                            <a:moveTo>
                              <a:pt x="35" y="91"/>
                            </a:moveTo>
                            <a:lnTo>
                              <a:pt x="102" y="25"/>
                            </a:lnTo>
                            <a:lnTo>
                              <a:pt x="41" y="0"/>
                            </a:lnTo>
                            <a:lnTo>
                              <a:pt x="0" y="40"/>
                            </a:lnTo>
                            <a:lnTo>
                              <a:pt x="35" y="91"/>
                            </a:lnTo>
                          </a:path>
                        </a:pathLst>
                      </a:custGeom>
                      <a:solidFill>
                        <a:srgbClr val="00FF00"/>
                      </a:solidFill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3" name="Google Shape;263;p18"/>
                      <p:cNvSpPr/>
                      <p:nvPr/>
                    </p:nvSpPr>
                    <p:spPr>
                      <a:xfrm>
                        <a:off x="3365" y="1921"/>
                        <a:ext cx="101" cy="92"/>
                      </a:xfrm>
                      <a:custGeom>
                        <a:rect b="b" l="l" r="r" t="t"/>
                        <a:pathLst>
                          <a:path extrusionOk="0" h="92" w="101">
                            <a:moveTo>
                              <a:pt x="66" y="91"/>
                            </a:moveTo>
                            <a:lnTo>
                              <a:pt x="0" y="25"/>
                            </a:lnTo>
                            <a:lnTo>
                              <a:pt x="59" y="0"/>
                            </a:lnTo>
                            <a:lnTo>
                              <a:pt x="100" y="40"/>
                            </a:lnTo>
                            <a:lnTo>
                              <a:pt x="66" y="91"/>
                            </a:lnTo>
                          </a:path>
                        </a:pathLst>
                      </a:custGeom>
                      <a:solidFill>
                        <a:srgbClr val="00FF00"/>
                      </a:solidFill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64" name="Google Shape;264;p18"/>
                    <p:cNvSpPr/>
                    <p:nvPr/>
                  </p:nvSpPr>
                  <p:spPr>
                    <a:xfrm>
                      <a:off x="3217" y="1873"/>
                      <a:ext cx="102" cy="55"/>
                    </a:xfrm>
                    <a:custGeom>
                      <a:rect b="b" l="l" r="r" t="t"/>
                      <a:pathLst>
                        <a:path extrusionOk="0" h="55" w="102">
                          <a:moveTo>
                            <a:pt x="20" y="0"/>
                          </a:moveTo>
                          <a:lnTo>
                            <a:pt x="81" y="0"/>
                          </a:lnTo>
                          <a:lnTo>
                            <a:pt x="101" y="54"/>
                          </a:lnTo>
                          <a:lnTo>
                            <a:pt x="0" y="54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0F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65" name="Google Shape;265;p18"/>
                  <p:cNvSpPr/>
                  <p:nvPr/>
                </p:nvSpPr>
                <p:spPr>
                  <a:xfrm>
                    <a:off x="3088" y="1924"/>
                    <a:ext cx="359" cy="326"/>
                  </a:xfrm>
                  <a:prstGeom prst="ellipse">
                    <a:avLst/>
                  </a:prstGeom>
                  <a:solidFill>
                    <a:srgbClr val="00FF00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66" name="Google Shape;266;p18"/>
                <p:cNvGrpSpPr/>
                <p:nvPr/>
              </p:nvGrpSpPr>
              <p:grpSpPr>
                <a:xfrm>
                  <a:off x="3202" y="2019"/>
                  <a:ext cx="141" cy="130"/>
                  <a:chOff x="3202" y="2019"/>
                  <a:chExt cx="141" cy="130"/>
                </a:xfrm>
              </p:grpSpPr>
              <p:sp>
                <p:nvSpPr>
                  <p:cNvPr id="267" name="Google Shape;267;p18"/>
                  <p:cNvSpPr/>
                  <p:nvPr/>
                </p:nvSpPr>
                <p:spPr>
                  <a:xfrm>
                    <a:off x="3207" y="2019"/>
                    <a:ext cx="136" cy="123"/>
                  </a:xfrm>
                  <a:prstGeom prst="ellipse">
                    <a:avLst/>
                  </a:prstGeom>
                  <a:solidFill>
                    <a:srgbClr val="3F5F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8" name="Google Shape;268;p18"/>
                  <p:cNvSpPr/>
                  <p:nvPr/>
                </p:nvSpPr>
                <p:spPr>
                  <a:xfrm>
                    <a:off x="3202" y="2031"/>
                    <a:ext cx="130" cy="118"/>
                  </a:xfrm>
                  <a:prstGeom prst="ellipse">
                    <a:avLst/>
                  </a:prstGeom>
                  <a:solidFill>
                    <a:srgbClr val="00FF00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269" name="Google Shape;269;p18"/>
            <p:cNvGrpSpPr/>
            <p:nvPr/>
          </p:nvGrpSpPr>
          <p:grpSpPr>
            <a:xfrm>
              <a:off x="3502" y="1959"/>
              <a:ext cx="429" cy="387"/>
              <a:chOff x="3502" y="1959"/>
              <a:chExt cx="429" cy="387"/>
            </a:xfrm>
          </p:grpSpPr>
          <p:grpSp>
            <p:nvGrpSpPr>
              <p:cNvPr id="270" name="Google Shape;270;p18"/>
              <p:cNvGrpSpPr/>
              <p:nvPr/>
            </p:nvGrpSpPr>
            <p:grpSpPr>
              <a:xfrm>
                <a:off x="3522" y="1959"/>
                <a:ext cx="409" cy="371"/>
                <a:chOff x="3522" y="1959"/>
                <a:chExt cx="409" cy="371"/>
              </a:xfrm>
            </p:grpSpPr>
            <p:grpSp>
              <p:nvGrpSpPr>
                <p:cNvPr id="271" name="Google Shape;271;p18"/>
                <p:cNvGrpSpPr/>
                <p:nvPr/>
              </p:nvGrpSpPr>
              <p:grpSpPr>
                <a:xfrm>
                  <a:off x="3522" y="1959"/>
                  <a:ext cx="409" cy="371"/>
                  <a:chOff x="3522" y="1959"/>
                  <a:chExt cx="409" cy="371"/>
                </a:xfrm>
              </p:grpSpPr>
              <p:sp>
                <p:nvSpPr>
                  <p:cNvPr id="272" name="Google Shape;272;p18"/>
                  <p:cNvSpPr/>
                  <p:nvPr/>
                </p:nvSpPr>
                <p:spPr>
                  <a:xfrm>
                    <a:off x="3686" y="2282"/>
                    <a:ext cx="87" cy="48"/>
                  </a:xfrm>
                  <a:custGeom>
                    <a:rect b="b" l="l" r="r" t="t"/>
                    <a:pathLst>
                      <a:path extrusionOk="0" h="48" w="87">
                        <a:moveTo>
                          <a:pt x="17" y="47"/>
                        </a:moveTo>
                        <a:lnTo>
                          <a:pt x="69" y="47"/>
                        </a:lnTo>
                        <a:lnTo>
                          <a:pt x="86" y="0"/>
                        </a:lnTo>
                        <a:lnTo>
                          <a:pt x="0" y="0"/>
                        </a:lnTo>
                        <a:lnTo>
                          <a:pt x="17" y="47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" name="Google Shape;273;p18"/>
                  <p:cNvSpPr/>
                  <p:nvPr/>
                </p:nvSpPr>
                <p:spPr>
                  <a:xfrm>
                    <a:off x="3878" y="2104"/>
                    <a:ext cx="53" cy="80"/>
                  </a:xfrm>
                  <a:custGeom>
                    <a:rect b="b" l="l" r="r" t="t"/>
                    <a:pathLst>
                      <a:path extrusionOk="0" h="80" w="53">
                        <a:moveTo>
                          <a:pt x="52" y="63"/>
                        </a:moveTo>
                        <a:lnTo>
                          <a:pt x="52" y="16"/>
                        </a:lnTo>
                        <a:lnTo>
                          <a:pt x="0" y="0"/>
                        </a:lnTo>
                        <a:lnTo>
                          <a:pt x="0" y="79"/>
                        </a:lnTo>
                        <a:lnTo>
                          <a:pt x="52" y="63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8"/>
                  <p:cNvSpPr/>
                  <p:nvPr/>
                </p:nvSpPr>
                <p:spPr>
                  <a:xfrm>
                    <a:off x="3522" y="2104"/>
                    <a:ext cx="51" cy="80"/>
                  </a:xfrm>
                  <a:custGeom>
                    <a:rect b="b" l="l" r="r" t="t"/>
                    <a:pathLst>
                      <a:path extrusionOk="0" h="80" w="51">
                        <a:moveTo>
                          <a:pt x="0" y="63"/>
                        </a:moveTo>
                        <a:lnTo>
                          <a:pt x="0" y="16"/>
                        </a:lnTo>
                        <a:lnTo>
                          <a:pt x="50" y="0"/>
                        </a:lnTo>
                        <a:lnTo>
                          <a:pt x="50" y="79"/>
                        </a:lnTo>
                        <a:lnTo>
                          <a:pt x="0" y="63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5" name="Google Shape;275;p18"/>
                  <p:cNvSpPr/>
                  <p:nvPr/>
                </p:nvSpPr>
                <p:spPr>
                  <a:xfrm>
                    <a:off x="3554" y="2209"/>
                    <a:ext cx="90" cy="78"/>
                  </a:xfrm>
                  <a:custGeom>
                    <a:rect b="b" l="l" r="r" t="t"/>
                    <a:pathLst>
                      <a:path extrusionOk="0" h="78" w="90">
                        <a:moveTo>
                          <a:pt x="31" y="0"/>
                        </a:moveTo>
                        <a:lnTo>
                          <a:pt x="89" y="56"/>
                        </a:lnTo>
                        <a:lnTo>
                          <a:pt x="36" y="77"/>
                        </a:lnTo>
                        <a:lnTo>
                          <a:pt x="0" y="43"/>
                        </a:lnTo>
                        <a:lnTo>
                          <a:pt x="31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6" name="Google Shape;276;p18"/>
                  <p:cNvSpPr/>
                  <p:nvPr/>
                </p:nvSpPr>
                <p:spPr>
                  <a:xfrm>
                    <a:off x="3807" y="2208"/>
                    <a:ext cx="87" cy="79"/>
                  </a:xfrm>
                  <a:custGeom>
                    <a:rect b="b" l="l" r="r" t="t"/>
                    <a:pathLst>
                      <a:path extrusionOk="0" h="79" w="87">
                        <a:moveTo>
                          <a:pt x="57" y="0"/>
                        </a:moveTo>
                        <a:lnTo>
                          <a:pt x="0" y="57"/>
                        </a:lnTo>
                        <a:lnTo>
                          <a:pt x="52" y="78"/>
                        </a:lnTo>
                        <a:lnTo>
                          <a:pt x="86" y="45"/>
                        </a:lnTo>
                        <a:lnTo>
                          <a:pt x="57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7" name="Google Shape;277;p18"/>
                  <p:cNvSpPr/>
                  <p:nvPr/>
                </p:nvSpPr>
                <p:spPr>
                  <a:xfrm>
                    <a:off x="3558" y="1999"/>
                    <a:ext cx="89" cy="79"/>
                  </a:xfrm>
                  <a:custGeom>
                    <a:rect b="b" l="l" r="r" t="t"/>
                    <a:pathLst>
                      <a:path extrusionOk="0" h="79" w="89">
                        <a:moveTo>
                          <a:pt x="30" y="78"/>
                        </a:moveTo>
                        <a:lnTo>
                          <a:pt x="88" y="21"/>
                        </a:lnTo>
                        <a:lnTo>
                          <a:pt x="35" y="0"/>
                        </a:lnTo>
                        <a:lnTo>
                          <a:pt x="0" y="34"/>
                        </a:lnTo>
                        <a:lnTo>
                          <a:pt x="30" y="78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" name="Google Shape;278;p18"/>
                  <p:cNvSpPr/>
                  <p:nvPr/>
                </p:nvSpPr>
                <p:spPr>
                  <a:xfrm>
                    <a:off x="3805" y="2000"/>
                    <a:ext cx="87" cy="79"/>
                  </a:xfrm>
                  <a:custGeom>
                    <a:rect b="b" l="l" r="r" t="t"/>
                    <a:pathLst>
                      <a:path extrusionOk="0" h="79" w="87">
                        <a:moveTo>
                          <a:pt x="56" y="78"/>
                        </a:moveTo>
                        <a:lnTo>
                          <a:pt x="0" y="21"/>
                        </a:lnTo>
                        <a:lnTo>
                          <a:pt x="51" y="0"/>
                        </a:lnTo>
                        <a:lnTo>
                          <a:pt x="86" y="34"/>
                        </a:lnTo>
                        <a:lnTo>
                          <a:pt x="56" y="78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" name="Google Shape;279;p18"/>
                  <p:cNvSpPr/>
                  <p:nvPr/>
                </p:nvSpPr>
                <p:spPr>
                  <a:xfrm>
                    <a:off x="3686" y="1959"/>
                    <a:ext cx="87" cy="48"/>
                  </a:xfrm>
                  <a:custGeom>
                    <a:rect b="b" l="l" r="r" t="t"/>
                    <a:pathLst>
                      <a:path extrusionOk="0" h="48" w="87">
                        <a:moveTo>
                          <a:pt x="17" y="0"/>
                        </a:moveTo>
                        <a:lnTo>
                          <a:pt x="69" y="0"/>
                        </a:lnTo>
                        <a:lnTo>
                          <a:pt x="86" y="47"/>
                        </a:lnTo>
                        <a:lnTo>
                          <a:pt x="0" y="47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0" name="Google Shape;280;p18"/>
                <p:cNvSpPr/>
                <p:nvPr/>
              </p:nvSpPr>
              <p:spPr>
                <a:xfrm>
                  <a:off x="3569" y="2003"/>
                  <a:ext cx="313" cy="283"/>
                </a:xfrm>
                <a:prstGeom prst="ellipse">
                  <a:avLst/>
                </a:prstGeom>
                <a:solidFill>
                  <a:srgbClr val="000000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" name="Google Shape;281;p18"/>
              <p:cNvGrpSpPr/>
              <p:nvPr/>
            </p:nvGrpSpPr>
            <p:grpSpPr>
              <a:xfrm>
                <a:off x="3502" y="1975"/>
                <a:ext cx="408" cy="371"/>
                <a:chOff x="3502" y="1975"/>
                <a:chExt cx="408" cy="371"/>
              </a:xfrm>
            </p:grpSpPr>
            <p:grpSp>
              <p:nvGrpSpPr>
                <p:cNvPr id="282" name="Google Shape;282;p18"/>
                <p:cNvGrpSpPr/>
                <p:nvPr/>
              </p:nvGrpSpPr>
              <p:grpSpPr>
                <a:xfrm>
                  <a:off x="3502" y="1975"/>
                  <a:ext cx="408" cy="371"/>
                  <a:chOff x="3502" y="1975"/>
                  <a:chExt cx="408" cy="371"/>
                </a:xfrm>
              </p:grpSpPr>
              <p:grpSp>
                <p:nvGrpSpPr>
                  <p:cNvPr id="283" name="Google Shape;283;p18"/>
                  <p:cNvGrpSpPr/>
                  <p:nvPr/>
                </p:nvGrpSpPr>
                <p:grpSpPr>
                  <a:xfrm>
                    <a:off x="3502" y="1975"/>
                    <a:ext cx="408" cy="371"/>
                    <a:chOff x="3502" y="1975"/>
                    <a:chExt cx="408" cy="371"/>
                  </a:xfrm>
                </p:grpSpPr>
                <p:sp>
                  <p:nvSpPr>
                    <p:cNvPr id="284" name="Google Shape;284;p18"/>
                    <p:cNvSpPr/>
                    <p:nvPr/>
                  </p:nvSpPr>
                  <p:spPr>
                    <a:xfrm>
                      <a:off x="3665" y="2298"/>
                      <a:ext cx="87" cy="48"/>
                    </a:xfrm>
                    <a:custGeom>
                      <a:rect b="b" l="l" r="r" t="t"/>
                      <a:pathLst>
                        <a:path extrusionOk="0" h="48" w="87">
                          <a:moveTo>
                            <a:pt x="17" y="47"/>
                          </a:moveTo>
                          <a:lnTo>
                            <a:pt x="69" y="47"/>
                          </a:lnTo>
                          <a:lnTo>
                            <a:pt x="86" y="0"/>
                          </a:lnTo>
                          <a:lnTo>
                            <a:pt x="0" y="0"/>
                          </a:lnTo>
                          <a:lnTo>
                            <a:pt x="17" y="47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" name="Google Shape;285;p18"/>
                    <p:cNvSpPr/>
                    <p:nvPr/>
                  </p:nvSpPr>
                  <p:spPr>
                    <a:xfrm>
                      <a:off x="3859" y="2120"/>
                      <a:ext cx="51" cy="80"/>
                    </a:xfrm>
                    <a:custGeom>
                      <a:rect b="b" l="l" r="r" t="t"/>
                      <a:pathLst>
                        <a:path extrusionOk="0" h="80" w="51">
                          <a:moveTo>
                            <a:pt x="50" y="63"/>
                          </a:moveTo>
                          <a:lnTo>
                            <a:pt x="50" y="16"/>
                          </a:lnTo>
                          <a:lnTo>
                            <a:pt x="0" y="0"/>
                          </a:lnTo>
                          <a:lnTo>
                            <a:pt x="0" y="79"/>
                          </a:lnTo>
                          <a:lnTo>
                            <a:pt x="50" y="63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6" name="Google Shape;286;p18"/>
                    <p:cNvSpPr/>
                    <p:nvPr/>
                  </p:nvSpPr>
                  <p:spPr>
                    <a:xfrm>
                      <a:off x="3502" y="2120"/>
                      <a:ext cx="51" cy="80"/>
                    </a:xfrm>
                    <a:custGeom>
                      <a:rect b="b" l="l" r="r" t="t"/>
                      <a:pathLst>
                        <a:path extrusionOk="0" h="80" w="51">
                          <a:moveTo>
                            <a:pt x="0" y="63"/>
                          </a:moveTo>
                          <a:lnTo>
                            <a:pt x="0" y="16"/>
                          </a:lnTo>
                          <a:lnTo>
                            <a:pt x="50" y="0"/>
                          </a:lnTo>
                          <a:lnTo>
                            <a:pt x="50" y="79"/>
                          </a:lnTo>
                          <a:lnTo>
                            <a:pt x="0" y="63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7" name="Google Shape;287;p18"/>
                    <p:cNvSpPr/>
                    <p:nvPr/>
                  </p:nvSpPr>
                  <p:spPr>
                    <a:xfrm>
                      <a:off x="3535" y="2225"/>
                      <a:ext cx="89" cy="79"/>
                    </a:xfrm>
                    <a:custGeom>
                      <a:rect b="b" l="l" r="r" t="t"/>
                      <a:pathLst>
                        <a:path extrusionOk="0" h="79" w="89">
                          <a:moveTo>
                            <a:pt x="30" y="0"/>
                          </a:moveTo>
                          <a:lnTo>
                            <a:pt x="88" y="57"/>
                          </a:lnTo>
                          <a:lnTo>
                            <a:pt x="36" y="78"/>
                          </a:lnTo>
                          <a:lnTo>
                            <a:pt x="0" y="44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" name="Google Shape;288;p18"/>
                    <p:cNvSpPr/>
                    <p:nvPr/>
                  </p:nvSpPr>
                  <p:spPr>
                    <a:xfrm>
                      <a:off x="3785" y="2223"/>
                      <a:ext cx="89" cy="80"/>
                    </a:xfrm>
                    <a:custGeom>
                      <a:rect b="b" l="l" r="r" t="t"/>
                      <a:pathLst>
                        <a:path extrusionOk="0" h="80" w="89">
                          <a:moveTo>
                            <a:pt x="58" y="0"/>
                          </a:moveTo>
                          <a:lnTo>
                            <a:pt x="0" y="58"/>
                          </a:lnTo>
                          <a:lnTo>
                            <a:pt x="53" y="79"/>
                          </a:lnTo>
                          <a:lnTo>
                            <a:pt x="88" y="45"/>
                          </a:lnTo>
                          <a:lnTo>
                            <a:pt x="58" y="0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" name="Google Shape;289;p18"/>
                    <p:cNvSpPr/>
                    <p:nvPr/>
                  </p:nvSpPr>
                  <p:spPr>
                    <a:xfrm>
                      <a:off x="3539" y="2015"/>
                      <a:ext cx="88" cy="80"/>
                    </a:xfrm>
                    <a:custGeom>
                      <a:rect b="b" l="l" r="r" t="t"/>
                      <a:pathLst>
                        <a:path extrusionOk="0" h="80" w="88">
                          <a:moveTo>
                            <a:pt x="29" y="79"/>
                          </a:moveTo>
                          <a:lnTo>
                            <a:pt x="87" y="21"/>
                          </a:lnTo>
                          <a:lnTo>
                            <a:pt x="35" y="0"/>
                          </a:lnTo>
                          <a:lnTo>
                            <a:pt x="0" y="34"/>
                          </a:lnTo>
                          <a:lnTo>
                            <a:pt x="29" y="79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0" name="Google Shape;290;p18"/>
                    <p:cNvSpPr/>
                    <p:nvPr/>
                  </p:nvSpPr>
                  <p:spPr>
                    <a:xfrm>
                      <a:off x="3784" y="2016"/>
                      <a:ext cx="89" cy="80"/>
                    </a:xfrm>
                    <a:custGeom>
                      <a:rect b="b" l="l" r="r" t="t"/>
                      <a:pathLst>
                        <a:path extrusionOk="0" h="80" w="89">
                          <a:moveTo>
                            <a:pt x="58" y="79"/>
                          </a:moveTo>
                          <a:lnTo>
                            <a:pt x="0" y="21"/>
                          </a:lnTo>
                          <a:lnTo>
                            <a:pt x="53" y="0"/>
                          </a:lnTo>
                          <a:lnTo>
                            <a:pt x="88" y="34"/>
                          </a:lnTo>
                          <a:lnTo>
                            <a:pt x="58" y="79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1" name="Google Shape;291;p18"/>
                    <p:cNvSpPr/>
                    <p:nvPr/>
                  </p:nvSpPr>
                  <p:spPr>
                    <a:xfrm>
                      <a:off x="3665" y="1975"/>
                      <a:ext cx="88" cy="48"/>
                    </a:xfrm>
                    <a:custGeom>
                      <a:rect b="b" l="l" r="r" t="t"/>
                      <a:pathLst>
                        <a:path extrusionOk="0" h="48" w="88">
                          <a:moveTo>
                            <a:pt x="17" y="0"/>
                          </a:moveTo>
                          <a:lnTo>
                            <a:pt x="70" y="0"/>
                          </a:lnTo>
                          <a:lnTo>
                            <a:pt x="87" y="47"/>
                          </a:lnTo>
                          <a:lnTo>
                            <a:pt x="0" y="47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2" name="Google Shape;292;p18"/>
                  <p:cNvSpPr/>
                  <p:nvPr/>
                </p:nvSpPr>
                <p:spPr>
                  <a:xfrm>
                    <a:off x="3550" y="2019"/>
                    <a:ext cx="313" cy="283"/>
                  </a:xfrm>
                  <a:prstGeom prst="ellipse">
                    <a:avLst/>
                  </a:prstGeom>
                  <a:solidFill>
                    <a:srgbClr val="BFBF00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3" name="Google Shape;293;p18"/>
                <p:cNvGrpSpPr/>
                <p:nvPr/>
              </p:nvGrpSpPr>
              <p:grpSpPr>
                <a:xfrm>
                  <a:off x="3650" y="2099"/>
                  <a:ext cx="122" cy="112"/>
                  <a:chOff x="3650" y="2099"/>
                  <a:chExt cx="122" cy="112"/>
                </a:xfrm>
              </p:grpSpPr>
              <p:sp>
                <p:nvSpPr>
                  <p:cNvPr id="294" name="Google Shape;294;p18"/>
                  <p:cNvSpPr/>
                  <p:nvPr/>
                </p:nvSpPr>
                <p:spPr>
                  <a:xfrm>
                    <a:off x="3655" y="2099"/>
                    <a:ext cx="117" cy="106"/>
                  </a:xfrm>
                  <a:prstGeom prst="ellipse">
                    <a:avLst/>
                  </a:prstGeom>
                  <a:solidFill>
                    <a:srgbClr val="808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" name="Google Shape;295;p18"/>
                  <p:cNvSpPr/>
                  <p:nvPr/>
                </p:nvSpPr>
                <p:spPr>
                  <a:xfrm>
                    <a:off x="3650" y="2111"/>
                    <a:ext cx="112" cy="100"/>
                  </a:xfrm>
                  <a:prstGeom prst="ellipse">
                    <a:avLst/>
                  </a:prstGeom>
                  <a:solidFill>
                    <a:srgbClr val="BFBF00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296" name="Google Shape;296;p18"/>
            <p:cNvGrpSpPr/>
            <p:nvPr/>
          </p:nvGrpSpPr>
          <p:grpSpPr>
            <a:xfrm>
              <a:off x="3331" y="1593"/>
              <a:ext cx="402" cy="359"/>
              <a:chOff x="3331" y="1593"/>
              <a:chExt cx="402" cy="359"/>
            </a:xfrm>
          </p:grpSpPr>
          <p:grpSp>
            <p:nvGrpSpPr>
              <p:cNvPr id="297" name="Google Shape;297;p18"/>
              <p:cNvGrpSpPr/>
              <p:nvPr/>
            </p:nvGrpSpPr>
            <p:grpSpPr>
              <a:xfrm>
                <a:off x="3352" y="1593"/>
                <a:ext cx="381" cy="343"/>
                <a:chOff x="3352" y="1593"/>
                <a:chExt cx="381" cy="343"/>
              </a:xfrm>
            </p:grpSpPr>
            <p:grpSp>
              <p:nvGrpSpPr>
                <p:cNvPr id="298" name="Google Shape;298;p18"/>
                <p:cNvGrpSpPr/>
                <p:nvPr/>
              </p:nvGrpSpPr>
              <p:grpSpPr>
                <a:xfrm>
                  <a:off x="3352" y="1593"/>
                  <a:ext cx="381" cy="343"/>
                  <a:chOff x="3352" y="1593"/>
                  <a:chExt cx="381" cy="343"/>
                </a:xfrm>
              </p:grpSpPr>
              <p:sp>
                <p:nvSpPr>
                  <p:cNvPr id="299" name="Google Shape;299;p18"/>
                  <p:cNvSpPr/>
                  <p:nvPr/>
                </p:nvSpPr>
                <p:spPr>
                  <a:xfrm>
                    <a:off x="3505" y="1892"/>
                    <a:ext cx="80" cy="44"/>
                  </a:xfrm>
                  <a:custGeom>
                    <a:rect b="b" l="l" r="r" t="t"/>
                    <a:pathLst>
                      <a:path extrusionOk="0" h="44" w="80">
                        <a:moveTo>
                          <a:pt x="16" y="43"/>
                        </a:moveTo>
                        <a:lnTo>
                          <a:pt x="63" y="43"/>
                        </a:lnTo>
                        <a:lnTo>
                          <a:pt x="79" y="0"/>
                        </a:lnTo>
                        <a:lnTo>
                          <a:pt x="0" y="0"/>
                        </a:lnTo>
                        <a:lnTo>
                          <a:pt x="16" y="43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" name="Google Shape;300;p18"/>
                  <p:cNvSpPr/>
                  <p:nvPr/>
                </p:nvSpPr>
                <p:spPr>
                  <a:xfrm>
                    <a:off x="3686" y="1726"/>
                    <a:ext cx="47" cy="74"/>
                  </a:xfrm>
                  <a:custGeom>
                    <a:rect b="b" l="l" r="r" t="t"/>
                    <a:pathLst>
                      <a:path extrusionOk="0" h="74" w="47">
                        <a:moveTo>
                          <a:pt x="46" y="58"/>
                        </a:moveTo>
                        <a:lnTo>
                          <a:pt x="46" y="15"/>
                        </a:lnTo>
                        <a:lnTo>
                          <a:pt x="0" y="0"/>
                        </a:lnTo>
                        <a:lnTo>
                          <a:pt x="0" y="73"/>
                        </a:lnTo>
                        <a:lnTo>
                          <a:pt x="46" y="58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8"/>
                  <p:cNvSpPr/>
                  <p:nvPr/>
                </p:nvSpPr>
                <p:spPr>
                  <a:xfrm>
                    <a:off x="3352" y="1726"/>
                    <a:ext cx="48" cy="74"/>
                  </a:xfrm>
                  <a:custGeom>
                    <a:rect b="b" l="l" r="r" t="t"/>
                    <a:pathLst>
                      <a:path extrusionOk="0" h="74" w="48">
                        <a:moveTo>
                          <a:pt x="0" y="58"/>
                        </a:moveTo>
                        <a:lnTo>
                          <a:pt x="0" y="15"/>
                        </a:lnTo>
                        <a:lnTo>
                          <a:pt x="47" y="0"/>
                        </a:lnTo>
                        <a:lnTo>
                          <a:pt x="47" y="73"/>
                        </a:lnTo>
                        <a:lnTo>
                          <a:pt x="0" y="58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2" name="Google Shape;302;p18"/>
                  <p:cNvSpPr/>
                  <p:nvPr/>
                </p:nvSpPr>
                <p:spPr>
                  <a:xfrm>
                    <a:off x="3382" y="1823"/>
                    <a:ext cx="82" cy="74"/>
                  </a:xfrm>
                  <a:custGeom>
                    <a:rect b="b" l="l" r="r" t="t"/>
                    <a:pathLst>
                      <a:path extrusionOk="0" h="74" w="82">
                        <a:moveTo>
                          <a:pt x="28" y="0"/>
                        </a:moveTo>
                        <a:lnTo>
                          <a:pt x="81" y="53"/>
                        </a:lnTo>
                        <a:lnTo>
                          <a:pt x="33" y="73"/>
                        </a:lnTo>
                        <a:lnTo>
                          <a:pt x="0" y="41"/>
                        </a:lnTo>
                        <a:lnTo>
                          <a:pt x="28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" name="Google Shape;303;p18"/>
                  <p:cNvSpPr/>
                  <p:nvPr/>
                </p:nvSpPr>
                <p:spPr>
                  <a:xfrm>
                    <a:off x="3619" y="1822"/>
                    <a:ext cx="83" cy="75"/>
                  </a:xfrm>
                  <a:custGeom>
                    <a:rect b="b" l="l" r="r" t="t"/>
                    <a:pathLst>
                      <a:path extrusionOk="0" h="75" w="83">
                        <a:moveTo>
                          <a:pt x="54" y="0"/>
                        </a:moveTo>
                        <a:lnTo>
                          <a:pt x="0" y="54"/>
                        </a:lnTo>
                        <a:lnTo>
                          <a:pt x="49" y="74"/>
                        </a:lnTo>
                        <a:lnTo>
                          <a:pt x="82" y="42"/>
                        </a:lnTo>
                        <a:lnTo>
                          <a:pt x="54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8"/>
                  <p:cNvSpPr/>
                  <p:nvPr/>
                </p:nvSpPr>
                <p:spPr>
                  <a:xfrm>
                    <a:off x="3386" y="1628"/>
                    <a:ext cx="82" cy="73"/>
                  </a:xfrm>
                  <a:custGeom>
                    <a:rect b="b" l="l" r="r" t="t"/>
                    <a:pathLst>
                      <a:path extrusionOk="0" h="73" w="82">
                        <a:moveTo>
                          <a:pt x="27" y="72"/>
                        </a:moveTo>
                        <a:lnTo>
                          <a:pt x="81" y="19"/>
                        </a:lnTo>
                        <a:lnTo>
                          <a:pt x="32" y="0"/>
                        </a:lnTo>
                        <a:lnTo>
                          <a:pt x="0" y="31"/>
                        </a:lnTo>
                        <a:lnTo>
                          <a:pt x="27" y="72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5" name="Google Shape;305;p18"/>
                  <p:cNvSpPr/>
                  <p:nvPr/>
                </p:nvSpPr>
                <p:spPr>
                  <a:xfrm>
                    <a:off x="3616" y="1630"/>
                    <a:ext cx="83" cy="73"/>
                  </a:xfrm>
                  <a:custGeom>
                    <a:rect b="b" l="l" r="r" t="t"/>
                    <a:pathLst>
                      <a:path extrusionOk="0" h="73" w="83">
                        <a:moveTo>
                          <a:pt x="54" y="72"/>
                        </a:moveTo>
                        <a:lnTo>
                          <a:pt x="0" y="20"/>
                        </a:lnTo>
                        <a:lnTo>
                          <a:pt x="49" y="0"/>
                        </a:lnTo>
                        <a:lnTo>
                          <a:pt x="82" y="31"/>
                        </a:lnTo>
                        <a:lnTo>
                          <a:pt x="54" y="72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" name="Google Shape;306;p18"/>
                  <p:cNvSpPr/>
                  <p:nvPr/>
                </p:nvSpPr>
                <p:spPr>
                  <a:xfrm>
                    <a:off x="3505" y="1593"/>
                    <a:ext cx="80" cy="45"/>
                  </a:xfrm>
                  <a:custGeom>
                    <a:rect b="b" l="l" r="r" t="t"/>
                    <a:pathLst>
                      <a:path extrusionOk="0" h="45" w="80">
                        <a:moveTo>
                          <a:pt x="16" y="0"/>
                        </a:moveTo>
                        <a:lnTo>
                          <a:pt x="63" y="0"/>
                        </a:lnTo>
                        <a:lnTo>
                          <a:pt x="79" y="44"/>
                        </a:lnTo>
                        <a:lnTo>
                          <a:pt x="0" y="44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7" name="Google Shape;307;p18"/>
                <p:cNvSpPr/>
                <p:nvPr/>
              </p:nvSpPr>
              <p:spPr>
                <a:xfrm>
                  <a:off x="3396" y="1636"/>
                  <a:ext cx="289" cy="261"/>
                </a:xfrm>
                <a:prstGeom prst="ellipse">
                  <a:avLst/>
                </a:prstGeom>
                <a:solidFill>
                  <a:srgbClr val="000000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8" name="Google Shape;308;p18"/>
              <p:cNvGrpSpPr/>
              <p:nvPr/>
            </p:nvGrpSpPr>
            <p:grpSpPr>
              <a:xfrm>
                <a:off x="3331" y="1610"/>
                <a:ext cx="381" cy="342"/>
                <a:chOff x="3331" y="1610"/>
                <a:chExt cx="381" cy="342"/>
              </a:xfrm>
            </p:grpSpPr>
            <p:grpSp>
              <p:nvGrpSpPr>
                <p:cNvPr id="309" name="Google Shape;309;p18"/>
                <p:cNvGrpSpPr/>
                <p:nvPr/>
              </p:nvGrpSpPr>
              <p:grpSpPr>
                <a:xfrm>
                  <a:off x="3331" y="1610"/>
                  <a:ext cx="381" cy="342"/>
                  <a:chOff x="3331" y="1610"/>
                  <a:chExt cx="381" cy="342"/>
                </a:xfrm>
              </p:grpSpPr>
              <p:grpSp>
                <p:nvGrpSpPr>
                  <p:cNvPr id="310" name="Google Shape;310;p18"/>
                  <p:cNvGrpSpPr/>
                  <p:nvPr/>
                </p:nvGrpSpPr>
                <p:grpSpPr>
                  <a:xfrm>
                    <a:off x="3331" y="1610"/>
                    <a:ext cx="381" cy="342"/>
                    <a:chOff x="3331" y="1610"/>
                    <a:chExt cx="381" cy="342"/>
                  </a:xfrm>
                </p:grpSpPr>
                <p:sp>
                  <p:nvSpPr>
                    <p:cNvPr id="311" name="Google Shape;311;p18"/>
                    <p:cNvSpPr/>
                    <p:nvPr/>
                  </p:nvSpPr>
                  <p:spPr>
                    <a:xfrm>
                      <a:off x="3485" y="1908"/>
                      <a:ext cx="80" cy="44"/>
                    </a:xfrm>
                    <a:custGeom>
                      <a:rect b="b" l="l" r="r" t="t"/>
                      <a:pathLst>
                        <a:path extrusionOk="0" h="44" w="80">
                          <a:moveTo>
                            <a:pt x="16" y="43"/>
                          </a:moveTo>
                          <a:lnTo>
                            <a:pt x="64" y="43"/>
                          </a:lnTo>
                          <a:lnTo>
                            <a:pt x="79" y="0"/>
                          </a:lnTo>
                          <a:lnTo>
                            <a:pt x="0" y="0"/>
                          </a:lnTo>
                          <a:lnTo>
                            <a:pt x="16" y="43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" name="Google Shape;312;p18"/>
                    <p:cNvSpPr/>
                    <p:nvPr/>
                  </p:nvSpPr>
                  <p:spPr>
                    <a:xfrm>
                      <a:off x="3665" y="1743"/>
                      <a:ext cx="47" cy="73"/>
                    </a:xfrm>
                    <a:custGeom>
                      <a:rect b="b" l="l" r="r" t="t"/>
                      <a:pathLst>
                        <a:path extrusionOk="0" h="73" w="47">
                          <a:moveTo>
                            <a:pt x="46" y="58"/>
                          </a:moveTo>
                          <a:lnTo>
                            <a:pt x="46" y="14"/>
                          </a:lnTo>
                          <a:lnTo>
                            <a:pt x="0" y="0"/>
                          </a:lnTo>
                          <a:lnTo>
                            <a:pt x="0" y="72"/>
                          </a:lnTo>
                          <a:lnTo>
                            <a:pt x="46" y="58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3" name="Google Shape;313;p18"/>
                    <p:cNvSpPr/>
                    <p:nvPr/>
                  </p:nvSpPr>
                  <p:spPr>
                    <a:xfrm>
                      <a:off x="3331" y="1743"/>
                      <a:ext cx="49" cy="73"/>
                    </a:xfrm>
                    <a:custGeom>
                      <a:rect b="b" l="l" r="r" t="t"/>
                      <a:pathLst>
                        <a:path extrusionOk="0" h="73" w="49">
                          <a:moveTo>
                            <a:pt x="0" y="58"/>
                          </a:moveTo>
                          <a:lnTo>
                            <a:pt x="0" y="14"/>
                          </a:lnTo>
                          <a:lnTo>
                            <a:pt x="48" y="0"/>
                          </a:lnTo>
                          <a:lnTo>
                            <a:pt x="48" y="72"/>
                          </a:lnTo>
                          <a:lnTo>
                            <a:pt x="0" y="58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4" name="Google Shape;314;p18"/>
                    <p:cNvSpPr/>
                    <p:nvPr/>
                  </p:nvSpPr>
                  <p:spPr>
                    <a:xfrm>
                      <a:off x="3363" y="1841"/>
                      <a:ext cx="81" cy="73"/>
                    </a:xfrm>
                    <a:custGeom>
                      <a:rect b="b" l="l" r="r" t="t"/>
                      <a:pathLst>
                        <a:path extrusionOk="0" h="73" w="81">
                          <a:moveTo>
                            <a:pt x="28" y="0"/>
                          </a:moveTo>
                          <a:lnTo>
                            <a:pt x="80" y="53"/>
                          </a:lnTo>
                          <a:lnTo>
                            <a:pt x="33" y="72"/>
                          </a:lnTo>
                          <a:lnTo>
                            <a:pt x="0" y="41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5" name="Google Shape;315;p18"/>
                    <p:cNvSpPr/>
                    <p:nvPr/>
                  </p:nvSpPr>
                  <p:spPr>
                    <a:xfrm>
                      <a:off x="3599" y="1839"/>
                      <a:ext cx="82" cy="74"/>
                    </a:xfrm>
                    <a:custGeom>
                      <a:rect b="b" l="l" r="r" t="t"/>
                      <a:pathLst>
                        <a:path extrusionOk="0" h="74" w="82">
                          <a:moveTo>
                            <a:pt x="53" y="0"/>
                          </a:moveTo>
                          <a:lnTo>
                            <a:pt x="0" y="54"/>
                          </a:lnTo>
                          <a:lnTo>
                            <a:pt x="48" y="73"/>
                          </a:lnTo>
                          <a:lnTo>
                            <a:pt x="81" y="42"/>
                          </a:lnTo>
                          <a:lnTo>
                            <a:pt x="53" y="0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6" name="Google Shape;316;p18"/>
                    <p:cNvSpPr/>
                    <p:nvPr/>
                  </p:nvSpPr>
                  <p:spPr>
                    <a:xfrm>
                      <a:off x="3367" y="1644"/>
                      <a:ext cx="81" cy="74"/>
                    </a:xfrm>
                    <a:custGeom>
                      <a:rect b="b" l="l" r="r" t="t"/>
                      <a:pathLst>
                        <a:path extrusionOk="0" h="74" w="81">
                          <a:moveTo>
                            <a:pt x="27" y="73"/>
                          </a:moveTo>
                          <a:lnTo>
                            <a:pt x="80" y="19"/>
                          </a:lnTo>
                          <a:lnTo>
                            <a:pt x="32" y="0"/>
                          </a:lnTo>
                          <a:lnTo>
                            <a:pt x="0" y="32"/>
                          </a:lnTo>
                          <a:lnTo>
                            <a:pt x="27" y="73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7" name="Google Shape;317;p18"/>
                    <p:cNvSpPr/>
                    <p:nvPr/>
                  </p:nvSpPr>
                  <p:spPr>
                    <a:xfrm>
                      <a:off x="3596" y="1646"/>
                      <a:ext cx="82" cy="73"/>
                    </a:xfrm>
                    <a:custGeom>
                      <a:rect b="b" l="l" r="r" t="t"/>
                      <a:pathLst>
                        <a:path extrusionOk="0" h="73" w="82">
                          <a:moveTo>
                            <a:pt x="53" y="72"/>
                          </a:moveTo>
                          <a:lnTo>
                            <a:pt x="0" y="19"/>
                          </a:lnTo>
                          <a:lnTo>
                            <a:pt x="48" y="0"/>
                          </a:lnTo>
                          <a:lnTo>
                            <a:pt x="81" y="31"/>
                          </a:lnTo>
                          <a:lnTo>
                            <a:pt x="53" y="72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8" name="Google Shape;318;p18"/>
                    <p:cNvSpPr/>
                    <p:nvPr/>
                  </p:nvSpPr>
                  <p:spPr>
                    <a:xfrm>
                      <a:off x="3485" y="1610"/>
                      <a:ext cx="80" cy="44"/>
                    </a:xfrm>
                    <a:custGeom>
                      <a:rect b="b" l="l" r="r" t="t"/>
                      <a:pathLst>
                        <a:path extrusionOk="0" h="44" w="80">
                          <a:moveTo>
                            <a:pt x="16" y="0"/>
                          </a:moveTo>
                          <a:lnTo>
                            <a:pt x="64" y="0"/>
                          </a:lnTo>
                          <a:lnTo>
                            <a:pt x="79" y="43"/>
                          </a:lnTo>
                          <a:lnTo>
                            <a:pt x="0" y="4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B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19" name="Google Shape;319;p18"/>
                  <p:cNvSpPr/>
                  <p:nvPr/>
                </p:nvSpPr>
                <p:spPr>
                  <a:xfrm>
                    <a:off x="3375" y="1652"/>
                    <a:ext cx="290" cy="260"/>
                  </a:xfrm>
                  <a:prstGeom prst="ellipse">
                    <a:avLst/>
                  </a:prstGeom>
                  <a:solidFill>
                    <a:srgbClr val="00BF9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20" name="Google Shape;320;p18"/>
                <p:cNvGrpSpPr/>
                <p:nvPr/>
              </p:nvGrpSpPr>
              <p:grpSpPr>
                <a:xfrm>
                  <a:off x="3468" y="1726"/>
                  <a:ext cx="114" cy="102"/>
                  <a:chOff x="3468" y="1726"/>
                  <a:chExt cx="114" cy="102"/>
                </a:xfrm>
              </p:grpSpPr>
              <p:sp>
                <p:nvSpPr>
                  <p:cNvPr id="321" name="Google Shape;321;p18"/>
                  <p:cNvSpPr/>
                  <p:nvPr/>
                </p:nvSpPr>
                <p:spPr>
                  <a:xfrm>
                    <a:off x="3474" y="1726"/>
                    <a:ext cx="108" cy="98"/>
                  </a:xfrm>
                  <a:prstGeom prst="ellipse">
                    <a:avLst/>
                  </a:prstGeom>
                  <a:solidFill>
                    <a:srgbClr val="00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2" name="Google Shape;322;p18"/>
                  <p:cNvSpPr/>
                  <p:nvPr/>
                </p:nvSpPr>
                <p:spPr>
                  <a:xfrm>
                    <a:off x="3468" y="1736"/>
                    <a:ext cx="104" cy="92"/>
                  </a:xfrm>
                  <a:prstGeom prst="ellipse">
                    <a:avLst/>
                  </a:prstGeom>
                  <a:solidFill>
                    <a:srgbClr val="00BF9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323" name="Google Shape;323;p18"/>
          <p:cNvGrpSpPr/>
          <p:nvPr/>
        </p:nvGrpSpPr>
        <p:grpSpPr>
          <a:xfrm>
            <a:off x="5334000" y="2286001"/>
            <a:ext cx="1282700" cy="581025"/>
            <a:chOff x="4267" y="2191"/>
            <a:chExt cx="802" cy="364"/>
          </a:xfrm>
        </p:grpSpPr>
        <p:grpSp>
          <p:nvGrpSpPr>
            <p:cNvPr id="324" name="Google Shape;324;p18"/>
            <p:cNvGrpSpPr/>
            <p:nvPr/>
          </p:nvGrpSpPr>
          <p:grpSpPr>
            <a:xfrm>
              <a:off x="4417" y="2191"/>
              <a:ext cx="652" cy="260"/>
              <a:chOff x="4417" y="2191"/>
              <a:chExt cx="652" cy="260"/>
            </a:xfrm>
          </p:grpSpPr>
          <p:grpSp>
            <p:nvGrpSpPr>
              <p:cNvPr id="325" name="Google Shape;325;p18"/>
              <p:cNvGrpSpPr/>
              <p:nvPr/>
            </p:nvGrpSpPr>
            <p:grpSpPr>
              <a:xfrm>
                <a:off x="4417" y="2191"/>
                <a:ext cx="652" cy="260"/>
                <a:chOff x="4417" y="2191"/>
                <a:chExt cx="652" cy="260"/>
              </a:xfrm>
            </p:grpSpPr>
            <p:grpSp>
              <p:nvGrpSpPr>
                <p:cNvPr id="326" name="Google Shape;326;p18"/>
                <p:cNvGrpSpPr/>
                <p:nvPr/>
              </p:nvGrpSpPr>
              <p:grpSpPr>
                <a:xfrm>
                  <a:off x="4417" y="2191"/>
                  <a:ext cx="652" cy="260"/>
                  <a:chOff x="4417" y="2191"/>
                  <a:chExt cx="652" cy="260"/>
                </a:xfrm>
              </p:grpSpPr>
              <p:sp>
                <p:nvSpPr>
                  <p:cNvPr id="327" name="Google Shape;327;p18"/>
                  <p:cNvSpPr/>
                  <p:nvPr/>
                </p:nvSpPr>
                <p:spPr>
                  <a:xfrm>
                    <a:off x="4417" y="2191"/>
                    <a:ext cx="652" cy="260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00008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8" name="Google Shape;328;p18"/>
                  <p:cNvSpPr/>
                  <p:nvPr/>
                </p:nvSpPr>
                <p:spPr>
                  <a:xfrm>
                    <a:off x="4425" y="2199"/>
                    <a:ext cx="633" cy="242"/>
                  </a:xfrm>
                  <a:prstGeom prst="rect">
                    <a:avLst/>
                  </a:prstGeom>
                  <a:solidFill>
                    <a:srgbClr val="BFDFFF"/>
                  </a:solidFill>
                  <a:ln cap="flat" cmpd="sng" w="12700">
                    <a:solidFill>
                      <a:srgbClr val="00008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9" name="Google Shape;329;p18"/>
                <p:cNvSpPr/>
                <p:nvPr/>
              </p:nvSpPr>
              <p:spPr>
                <a:xfrm>
                  <a:off x="4425" y="2203"/>
                  <a:ext cx="633" cy="4"/>
                </a:xfrm>
                <a:prstGeom prst="rect">
                  <a:avLst/>
                </a:prstGeom>
                <a:solidFill>
                  <a:srgbClr val="0000FF"/>
                </a:solidFill>
                <a:ln cap="flat" cmpd="sng" w="12700">
                  <a:solidFill>
                    <a:srgbClr val="00008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330" name="Google Shape;330;p18"/>
              <p:cNvCxnSpPr/>
              <p:nvPr/>
            </p:nvCxnSpPr>
            <p:spPr>
              <a:xfrm>
                <a:off x="4883" y="2263"/>
                <a:ext cx="12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1" name="Google Shape;331;p18"/>
              <p:cNvSpPr/>
              <p:nvPr/>
            </p:nvSpPr>
            <p:spPr>
              <a:xfrm>
                <a:off x="4561" y="2286"/>
                <a:ext cx="378" cy="14"/>
              </a:xfrm>
              <a:custGeom>
                <a:rect b="b" l="l" r="r" t="t"/>
                <a:pathLst>
                  <a:path extrusionOk="0" h="14" w="378">
                    <a:moveTo>
                      <a:pt x="0" y="13"/>
                    </a:moveTo>
                    <a:lnTo>
                      <a:pt x="377" y="13"/>
                    </a:lnTo>
                    <a:lnTo>
                      <a:pt x="377" y="0"/>
                    </a:lnTo>
                  </a:path>
                </a:pathLst>
              </a:custGeom>
              <a:noFill/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8"/>
              <p:cNvSpPr/>
              <p:nvPr/>
            </p:nvSpPr>
            <p:spPr>
              <a:xfrm>
                <a:off x="4960" y="2285"/>
                <a:ext cx="83" cy="10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3" name="Google Shape;333;p18"/>
              <p:cNvCxnSpPr/>
              <p:nvPr/>
            </p:nvCxnSpPr>
            <p:spPr>
              <a:xfrm rot="10800000">
                <a:off x="4431" y="2325"/>
                <a:ext cx="568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" name="Google Shape;334;p18"/>
              <p:cNvCxnSpPr/>
              <p:nvPr/>
            </p:nvCxnSpPr>
            <p:spPr>
              <a:xfrm>
                <a:off x="4490" y="2410"/>
                <a:ext cx="217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" name="Google Shape;335;p18"/>
              <p:cNvCxnSpPr/>
              <p:nvPr/>
            </p:nvCxnSpPr>
            <p:spPr>
              <a:xfrm>
                <a:off x="4766" y="2410"/>
                <a:ext cx="27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36" name="Google Shape;336;p18"/>
              <p:cNvGrpSpPr/>
              <p:nvPr/>
            </p:nvGrpSpPr>
            <p:grpSpPr>
              <a:xfrm>
                <a:off x="4439" y="2425"/>
                <a:ext cx="363" cy="11"/>
                <a:chOff x="4439" y="2425"/>
                <a:chExt cx="363" cy="11"/>
              </a:xfrm>
            </p:grpSpPr>
            <p:grpSp>
              <p:nvGrpSpPr>
                <p:cNvPr id="337" name="Google Shape;337;p18"/>
                <p:cNvGrpSpPr/>
                <p:nvPr/>
              </p:nvGrpSpPr>
              <p:grpSpPr>
                <a:xfrm>
                  <a:off x="4439" y="2426"/>
                  <a:ext cx="9" cy="9"/>
                  <a:chOff x="4439" y="2426"/>
                  <a:chExt cx="9" cy="9"/>
                </a:xfrm>
              </p:grpSpPr>
              <p:sp>
                <p:nvSpPr>
                  <p:cNvPr id="338" name="Google Shape;338;p18"/>
                  <p:cNvSpPr/>
                  <p:nvPr/>
                </p:nvSpPr>
                <p:spPr>
                  <a:xfrm>
                    <a:off x="4439" y="2427"/>
                    <a:ext cx="3" cy="6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8"/>
                  <p:cNvSpPr/>
                  <p:nvPr/>
                </p:nvSpPr>
                <p:spPr>
                  <a:xfrm>
                    <a:off x="4445" y="2426"/>
                    <a:ext cx="3" cy="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8"/>
                  <p:cNvSpPr/>
                  <p:nvPr/>
                </p:nvSpPr>
                <p:spPr>
                  <a:xfrm>
                    <a:off x="4445" y="2433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1" name="Google Shape;341;p18"/>
                <p:cNvSpPr/>
                <p:nvPr/>
              </p:nvSpPr>
              <p:spPr>
                <a:xfrm>
                  <a:off x="4455" y="2429"/>
                  <a:ext cx="1" cy="2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18"/>
                <p:cNvSpPr/>
                <p:nvPr/>
              </p:nvSpPr>
              <p:spPr>
                <a:xfrm>
                  <a:off x="4470" y="2429"/>
                  <a:ext cx="2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18"/>
                <p:cNvSpPr/>
                <p:nvPr/>
              </p:nvSpPr>
              <p:spPr>
                <a:xfrm>
                  <a:off x="4488" y="2425"/>
                  <a:ext cx="8" cy="11"/>
                </a:xfrm>
                <a:custGeom>
                  <a:rect b="b" l="l" r="r" t="t"/>
                  <a:pathLst>
                    <a:path extrusionOk="0" h="11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5"/>
                      </a:lnTo>
                      <a:lnTo>
                        <a:pt x="0" y="5"/>
                      </a:lnTo>
                      <a:lnTo>
                        <a:pt x="0" y="10"/>
                      </a:lnTo>
                      <a:lnTo>
                        <a:pt x="7" y="1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4" name="Google Shape;344;p18"/>
                <p:cNvGrpSpPr/>
                <p:nvPr/>
              </p:nvGrpSpPr>
              <p:grpSpPr>
                <a:xfrm>
                  <a:off x="4499" y="2426"/>
                  <a:ext cx="5" cy="9"/>
                  <a:chOff x="4499" y="2426"/>
                  <a:chExt cx="5" cy="9"/>
                </a:xfrm>
              </p:grpSpPr>
              <p:sp>
                <p:nvSpPr>
                  <p:cNvPr id="345" name="Google Shape;345;p18"/>
                  <p:cNvSpPr/>
                  <p:nvPr/>
                </p:nvSpPr>
                <p:spPr>
                  <a:xfrm>
                    <a:off x="4500" y="2426"/>
                    <a:ext cx="4" cy="9"/>
                  </a:xfrm>
                  <a:custGeom>
                    <a:rect b="b" l="l" r="r" t="t"/>
                    <a:pathLst>
                      <a:path extrusionOk="0" h="9" w="4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3" y="8"/>
                        </a:lnTo>
                      </a:path>
                    </a:pathLst>
                  </a:custGeom>
                  <a:noFill/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" name="Google Shape;346;p18"/>
                  <p:cNvSpPr/>
                  <p:nvPr/>
                </p:nvSpPr>
                <p:spPr>
                  <a:xfrm>
                    <a:off x="4499" y="2432"/>
                    <a:ext cx="4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7" name="Google Shape;347;p18"/>
                <p:cNvSpPr/>
                <p:nvPr/>
              </p:nvSpPr>
              <p:spPr>
                <a:xfrm>
                  <a:off x="4509" y="2428"/>
                  <a:ext cx="1" cy="2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18"/>
                <p:cNvSpPr/>
                <p:nvPr/>
              </p:nvSpPr>
              <p:spPr>
                <a:xfrm>
                  <a:off x="4523" y="2429"/>
                  <a:ext cx="1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18"/>
                <p:cNvSpPr/>
                <p:nvPr/>
              </p:nvSpPr>
              <p:spPr>
                <a:xfrm>
                  <a:off x="4540" y="2426"/>
                  <a:ext cx="10" cy="10"/>
                </a:xfrm>
                <a:custGeom>
                  <a:rect b="b" l="l" r="r" t="t"/>
                  <a:pathLst>
                    <a:path extrusionOk="0" h="10" w="10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9" y="9"/>
                      </a:lnTo>
                      <a:lnTo>
                        <a:pt x="9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" name="Google Shape;350;p18"/>
                <p:cNvSpPr/>
                <p:nvPr/>
              </p:nvSpPr>
              <p:spPr>
                <a:xfrm>
                  <a:off x="4555" y="2426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4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7" y="9"/>
                      </a:lnTo>
                      <a:lnTo>
                        <a:pt x="7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1" name="Google Shape;351;p18"/>
                <p:cNvGrpSpPr/>
                <p:nvPr/>
              </p:nvGrpSpPr>
              <p:grpSpPr>
                <a:xfrm>
                  <a:off x="4567" y="2426"/>
                  <a:ext cx="8" cy="8"/>
                  <a:chOff x="4567" y="2426"/>
                  <a:chExt cx="8" cy="8"/>
                </a:xfrm>
              </p:grpSpPr>
              <p:sp>
                <p:nvSpPr>
                  <p:cNvPr id="352" name="Google Shape;352;p18"/>
                  <p:cNvSpPr/>
                  <p:nvPr/>
                </p:nvSpPr>
                <p:spPr>
                  <a:xfrm>
                    <a:off x="4567" y="2426"/>
                    <a:ext cx="1" cy="7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18"/>
                  <p:cNvSpPr/>
                  <p:nvPr/>
                </p:nvSpPr>
                <p:spPr>
                  <a:xfrm>
                    <a:off x="4573" y="2426"/>
                    <a:ext cx="2" cy="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4" name="Google Shape;354;p18"/>
                  <p:cNvSpPr/>
                  <p:nvPr/>
                </p:nvSpPr>
                <p:spPr>
                  <a:xfrm>
                    <a:off x="4573" y="2432"/>
                    <a:ext cx="2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5" name="Google Shape;355;p18"/>
                <p:cNvSpPr/>
                <p:nvPr/>
              </p:nvSpPr>
              <p:spPr>
                <a:xfrm>
                  <a:off x="4591" y="2426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3" y="9"/>
                      </a:moveTo>
                      <a:lnTo>
                        <a:pt x="3" y="4"/>
                      </a:lnTo>
                      <a:lnTo>
                        <a:pt x="6" y="3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18"/>
                <p:cNvSpPr/>
                <p:nvPr/>
              </p:nvSpPr>
              <p:spPr>
                <a:xfrm>
                  <a:off x="4603" y="2426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3" y="9"/>
                      </a:moveTo>
                      <a:lnTo>
                        <a:pt x="3" y="4"/>
                      </a:lnTo>
                      <a:lnTo>
                        <a:pt x="7" y="3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18"/>
                <p:cNvSpPr/>
                <p:nvPr/>
              </p:nvSpPr>
              <p:spPr>
                <a:xfrm>
                  <a:off x="4618" y="2428"/>
                  <a:ext cx="1" cy="2"/>
                </a:xfrm>
                <a:prstGeom prst="roundRect">
                  <a:avLst>
                    <a:gd fmla="val 49014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18"/>
                <p:cNvSpPr/>
                <p:nvPr/>
              </p:nvSpPr>
              <p:spPr>
                <a:xfrm>
                  <a:off x="4653" y="2426"/>
                  <a:ext cx="11" cy="10"/>
                </a:xfrm>
                <a:custGeom>
                  <a:rect b="b" l="l" r="r" t="t"/>
                  <a:pathLst>
                    <a:path extrusionOk="0" h="10" w="11">
                      <a:moveTo>
                        <a:pt x="5" y="7"/>
                      </a:moveTo>
                      <a:lnTo>
                        <a:pt x="5" y="9"/>
                      </a:lnTo>
                      <a:lnTo>
                        <a:pt x="10" y="9"/>
                      </a:ln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9" y="4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18"/>
                <p:cNvSpPr/>
                <p:nvPr/>
              </p:nvSpPr>
              <p:spPr>
                <a:xfrm>
                  <a:off x="4671" y="2426"/>
                  <a:ext cx="9" cy="10"/>
                </a:xfrm>
                <a:custGeom>
                  <a:rect b="b" l="l" r="r" t="t"/>
                  <a:pathLst>
                    <a:path extrusionOk="0" h="10" w="9">
                      <a:moveTo>
                        <a:pt x="4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8" y="9"/>
                      </a:lnTo>
                      <a:lnTo>
                        <a:pt x="8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18"/>
                <p:cNvSpPr/>
                <p:nvPr/>
              </p:nvSpPr>
              <p:spPr>
                <a:xfrm>
                  <a:off x="4629" y="2426"/>
                  <a:ext cx="2" cy="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18"/>
                <p:cNvSpPr/>
                <p:nvPr/>
              </p:nvSpPr>
              <p:spPr>
                <a:xfrm>
                  <a:off x="4633" y="2426"/>
                  <a:ext cx="2" cy="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18"/>
                <p:cNvSpPr/>
                <p:nvPr/>
              </p:nvSpPr>
              <p:spPr>
                <a:xfrm>
                  <a:off x="4638" y="2427"/>
                  <a:ext cx="3" cy="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8"/>
                <p:cNvSpPr/>
                <p:nvPr/>
              </p:nvSpPr>
              <p:spPr>
                <a:xfrm>
                  <a:off x="4684" y="2426"/>
                  <a:ext cx="11" cy="10"/>
                </a:xfrm>
                <a:custGeom>
                  <a:rect b="b" l="l" r="r" t="t"/>
                  <a:pathLst>
                    <a:path extrusionOk="0" h="10" w="11">
                      <a:moveTo>
                        <a:pt x="10" y="9"/>
                      </a:moveTo>
                      <a:lnTo>
                        <a:pt x="10" y="0"/>
                      </a:lnTo>
                      <a:lnTo>
                        <a:pt x="10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18"/>
                <p:cNvSpPr/>
                <p:nvPr/>
              </p:nvSpPr>
              <p:spPr>
                <a:xfrm>
                  <a:off x="4702" y="2429"/>
                  <a:ext cx="2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18"/>
                <p:cNvSpPr/>
                <p:nvPr/>
              </p:nvSpPr>
              <p:spPr>
                <a:xfrm>
                  <a:off x="4714" y="2426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3" y="9"/>
                      </a:moveTo>
                      <a:lnTo>
                        <a:pt x="3" y="4"/>
                      </a:lnTo>
                      <a:lnTo>
                        <a:pt x="7" y="3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18"/>
                <p:cNvSpPr/>
                <p:nvPr/>
              </p:nvSpPr>
              <p:spPr>
                <a:xfrm>
                  <a:off x="4725" y="2426"/>
                  <a:ext cx="10" cy="10"/>
                </a:xfrm>
                <a:custGeom>
                  <a:rect b="b" l="l" r="r" t="t"/>
                  <a:pathLst>
                    <a:path extrusionOk="0" h="10" w="10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9" y="9"/>
                      </a:lnTo>
                      <a:lnTo>
                        <a:pt x="9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18"/>
                <p:cNvSpPr/>
                <p:nvPr/>
              </p:nvSpPr>
              <p:spPr>
                <a:xfrm>
                  <a:off x="4739" y="2426"/>
                  <a:ext cx="1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18"/>
                <p:cNvSpPr/>
                <p:nvPr/>
              </p:nvSpPr>
              <p:spPr>
                <a:xfrm>
                  <a:off x="4743" y="2426"/>
                  <a:ext cx="1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18"/>
                <p:cNvSpPr/>
                <p:nvPr/>
              </p:nvSpPr>
              <p:spPr>
                <a:xfrm>
                  <a:off x="4747" y="2425"/>
                  <a:ext cx="4" cy="4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0" name="Google Shape;370;p18"/>
                <p:cNvGrpSpPr/>
                <p:nvPr/>
              </p:nvGrpSpPr>
              <p:grpSpPr>
                <a:xfrm>
                  <a:off x="4766" y="2425"/>
                  <a:ext cx="36" cy="11"/>
                  <a:chOff x="4766" y="2425"/>
                  <a:chExt cx="36" cy="11"/>
                </a:xfrm>
              </p:grpSpPr>
              <p:sp>
                <p:nvSpPr>
                  <p:cNvPr id="371" name="Google Shape;371;p18"/>
                  <p:cNvSpPr/>
                  <p:nvPr/>
                </p:nvSpPr>
                <p:spPr>
                  <a:xfrm>
                    <a:off x="4778" y="2433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72" name="Google Shape;372;p18"/>
                  <p:cNvGrpSpPr/>
                  <p:nvPr/>
                </p:nvGrpSpPr>
                <p:grpSpPr>
                  <a:xfrm>
                    <a:off x="4766" y="2425"/>
                    <a:ext cx="36" cy="11"/>
                    <a:chOff x="4766" y="2425"/>
                    <a:chExt cx="36" cy="11"/>
                  </a:xfrm>
                </p:grpSpPr>
                <p:sp>
                  <p:nvSpPr>
                    <p:cNvPr id="373" name="Google Shape;373;p18"/>
                    <p:cNvSpPr/>
                    <p:nvPr/>
                  </p:nvSpPr>
                  <p:spPr>
                    <a:xfrm>
                      <a:off x="4766" y="2425"/>
                      <a:ext cx="9" cy="11"/>
                    </a:xfrm>
                    <a:custGeom>
                      <a:rect b="b" l="l" r="r" t="t"/>
                      <a:pathLst>
                        <a:path extrusionOk="0" h="11" w="9">
                          <a:moveTo>
                            <a:pt x="0" y="0"/>
                          </a:moveTo>
                          <a:lnTo>
                            <a:pt x="8" y="0"/>
                          </a:lnTo>
                          <a:lnTo>
                            <a:pt x="8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8" y="10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4" name="Google Shape;374;p18"/>
                    <p:cNvSpPr/>
                    <p:nvPr/>
                  </p:nvSpPr>
                  <p:spPr>
                    <a:xfrm>
                      <a:off x="4779" y="2426"/>
                      <a:ext cx="2" cy="10"/>
                    </a:xfrm>
                    <a:custGeom>
                      <a:rect b="b" l="l" r="r" t="t"/>
                      <a:pathLst>
                        <a:path extrusionOk="0" h="10" w="2">
                          <a:moveTo>
                            <a:pt x="0" y="0"/>
                          </a:moveTo>
                          <a:lnTo>
                            <a:pt x="1" y="0"/>
                          </a:lnTo>
                          <a:lnTo>
                            <a:pt x="1" y="9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5" name="Google Shape;375;p18"/>
                    <p:cNvSpPr/>
                    <p:nvPr/>
                  </p:nvSpPr>
                  <p:spPr>
                    <a:xfrm>
                      <a:off x="4786" y="2425"/>
                      <a:ext cx="10" cy="11"/>
                    </a:xfrm>
                    <a:custGeom>
                      <a:rect b="b" l="l" r="r" t="t"/>
                      <a:pathLst>
                        <a:path extrusionOk="0" h="11" w="10">
                          <a:moveTo>
                            <a:pt x="0" y="0"/>
                          </a:moveTo>
                          <a:lnTo>
                            <a:pt x="9" y="0"/>
                          </a:lnTo>
                          <a:lnTo>
                            <a:pt x="9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9" y="10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76" name="Google Shape;376;p18"/>
                    <p:cNvGrpSpPr/>
                    <p:nvPr/>
                  </p:nvGrpSpPr>
                  <p:grpSpPr>
                    <a:xfrm>
                      <a:off x="4798" y="2426"/>
                      <a:ext cx="4" cy="10"/>
                      <a:chOff x="4798" y="2426"/>
                      <a:chExt cx="4" cy="10"/>
                    </a:xfrm>
                  </p:grpSpPr>
                  <p:sp>
                    <p:nvSpPr>
                      <p:cNvPr id="377" name="Google Shape;377;p18"/>
                      <p:cNvSpPr/>
                      <p:nvPr/>
                    </p:nvSpPr>
                    <p:spPr>
                      <a:xfrm>
                        <a:off x="4799" y="2426"/>
                        <a:ext cx="3" cy="10"/>
                      </a:xfrm>
                      <a:custGeom>
                        <a:rect b="b" l="l" r="r" t="t"/>
                        <a:pathLst>
                          <a:path extrusionOk="0" h="10" w="3">
                            <a:moveTo>
                              <a:pt x="0" y="0"/>
                            </a:moveTo>
                            <a:lnTo>
                              <a:pt x="2" y="0"/>
                            </a:lnTo>
                            <a:lnTo>
                              <a:pt x="2" y="9"/>
                            </a:lnTo>
                          </a:path>
                        </a:pathLst>
                      </a:custGeom>
                      <a:noFill/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78" name="Google Shape;378;p18"/>
                      <p:cNvSpPr/>
                      <p:nvPr/>
                    </p:nvSpPr>
                    <p:spPr>
                      <a:xfrm>
                        <a:off x="4798" y="2433"/>
                        <a:ext cx="4" cy="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379" name="Google Shape;379;p18"/>
              <p:cNvGrpSpPr/>
              <p:nvPr/>
            </p:nvGrpSpPr>
            <p:grpSpPr>
              <a:xfrm>
                <a:off x="4998" y="2215"/>
                <a:ext cx="50" cy="17"/>
                <a:chOff x="4998" y="2215"/>
                <a:chExt cx="50" cy="17"/>
              </a:xfrm>
            </p:grpSpPr>
            <p:sp>
              <p:nvSpPr>
                <p:cNvPr id="380" name="Google Shape;380;p18"/>
                <p:cNvSpPr/>
                <p:nvPr/>
              </p:nvSpPr>
              <p:spPr>
                <a:xfrm>
                  <a:off x="4998" y="2215"/>
                  <a:ext cx="11" cy="17"/>
                </a:xfrm>
                <a:custGeom>
                  <a:rect b="b" l="l" r="r" t="t"/>
                  <a:pathLst>
                    <a:path extrusionOk="0" h="17" w="11">
                      <a:moveTo>
                        <a:pt x="0" y="5"/>
                      </a:move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5"/>
                      </a:lnTo>
                      <a:lnTo>
                        <a:pt x="0" y="13"/>
                      </a:lnTo>
                      <a:lnTo>
                        <a:pt x="0" y="16"/>
                      </a:lnTo>
                      <a:lnTo>
                        <a:pt x="10" y="16"/>
                      </a:lnTo>
                      <a:lnTo>
                        <a:pt x="10" y="13"/>
                      </a:lnTo>
                      <a:lnTo>
                        <a:pt x="4" y="13"/>
                      </a:lnTo>
                      <a:lnTo>
                        <a:pt x="10" y="6"/>
                      </a:lnTo>
                      <a:lnTo>
                        <a:pt x="10" y="2"/>
                      </a:lnTo>
                      <a:lnTo>
                        <a:pt x="7" y="0"/>
                      </a:ln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0" y="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>
                  <a:off x="5012" y="2215"/>
                  <a:ext cx="11" cy="17"/>
                </a:xfrm>
                <a:custGeom>
                  <a:rect b="b" l="l" r="r" t="t"/>
                  <a:pathLst>
                    <a:path extrusionOk="0" h="17" w="11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2"/>
                      </a:lnTo>
                      <a:lnTo>
                        <a:pt x="10" y="13"/>
                      </a:lnTo>
                      <a:lnTo>
                        <a:pt x="7" y="16"/>
                      </a:lnTo>
                      <a:lnTo>
                        <a:pt x="3" y="16"/>
                      </a:lnTo>
                      <a:lnTo>
                        <a:pt x="0" y="13"/>
                      </a:lnTo>
                      <a:lnTo>
                        <a:pt x="4" y="13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13"/>
                      </a:lnTo>
                      <a:lnTo>
                        <a:pt x="4" y="13"/>
                      </a:lnTo>
                      <a:lnTo>
                        <a:pt x="0" y="13"/>
                      </a:lnTo>
                      <a:lnTo>
                        <a:pt x="0" y="2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18"/>
                <p:cNvSpPr/>
                <p:nvPr/>
              </p:nvSpPr>
              <p:spPr>
                <a:xfrm>
                  <a:off x="5025" y="2215"/>
                  <a:ext cx="12" cy="17"/>
                </a:xfrm>
                <a:custGeom>
                  <a:rect b="b" l="l" r="r" t="t"/>
                  <a:pathLst>
                    <a:path extrusionOk="0" h="17" w="12">
                      <a:moveTo>
                        <a:pt x="6" y="0"/>
                      </a:moveTo>
                      <a:lnTo>
                        <a:pt x="10" y="0"/>
                      </a:lnTo>
                      <a:lnTo>
                        <a:pt x="10" y="10"/>
                      </a:lnTo>
                      <a:lnTo>
                        <a:pt x="11" y="10"/>
                      </a:lnTo>
                      <a:lnTo>
                        <a:pt x="11" y="13"/>
                      </a:lnTo>
                      <a:lnTo>
                        <a:pt x="10" y="13"/>
                      </a:lnTo>
                      <a:lnTo>
                        <a:pt x="10" y="16"/>
                      </a:lnTo>
                      <a:lnTo>
                        <a:pt x="6" y="16"/>
                      </a:lnTo>
                      <a:lnTo>
                        <a:pt x="6" y="13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6" y="6"/>
                      </a:lnTo>
                      <a:lnTo>
                        <a:pt x="6" y="10"/>
                      </a:lnTo>
                      <a:lnTo>
                        <a:pt x="6" y="13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18"/>
                <p:cNvSpPr/>
                <p:nvPr/>
              </p:nvSpPr>
              <p:spPr>
                <a:xfrm>
                  <a:off x="5038" y="2215"/>
                  <a:ext cx="10" cy="17"/>
                </a:xfrm>
                <a:custGeom>
                  <a:rect b="b" l="l" r="r" t="t"/>
                  <a:pathLst>
                    <a:path extrusionOk="0" h="17" w="10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9" y="2"/>
                      </a:lnTo>
                      <a:lnTo>
                        <a:pt x="9" y="6"/>
                      </a:lnTo>
                      <a:lnTo>
                        <a:pt x="8" y="8"/>
                      </a:lnTo>
                      <a:lnTo>
                        <a:pt x="9" y="10"/>
                      </a:lnTo>
                      <a:lnTo>
                        <a:pt x="5" y="10"/>
                      </a:lnTo>
                      <a:lnTo>
                        <a:pt x="5" y="5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13"/>
                      </a:lnTo>
                      <a:lnTo>
                        <a:pt x="3" y="13"/>
                      </a:lnTo>
                      <a:lnTo>
                        <a:pt x="3" y="10"/>
                      </a:lnTo>
                      <a:lnTo>
                        <a:pt x="5" y="10"/>
                      </a:lnTo>
                      <a:lnTo>
                        <a:pt x="9" y="10"/>
                      </a:lnTo>
                      <a:lnTo>
                        <a:pt x="9" y="14"/>
                      </a:lnTo>
                      <a:lnTo>
                        <a:pt x="7" y="16"/>
                      </a:lnTo>
                      <a:lnTo>
                        <a:pt x="2" y="16"/>
                      </a:lnTo>
                      <a:lnTo>
                        <a:pt x="0" y="14"/>
                      </a:lnTo>
                      <a:lnTo>
                        <a:pt x="0" y="10"/>
                      </a:lnTo>
                      <a:lnTo>
                        <a:pt x="1" y="8"/>
                      </a:lnTo>
                      <a:lnTo>
                        <a:pt x="0" y="6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4" name="Google Shape;384;p18"/>
              <p:cNvSpPr/>
              <p:nvPr/>
            </p:nvSpPr>
            <p:spPr>
              <a:xfrm>
                <a:off x="4942" y="2278"/>
                <a:ext cx="12" cy="22"/>
              </a:xfrm>
              <a:custGeom>
                <a:rect b="b" l="l" r="r" t="t"/>
                <a:pathLst>
                  <a:path extrusionOk="0" h="22" w="12">
                    <a:moveTo>
                      <a:pt x="3" y="21"/>
                    </a:moveTo>
                    <a:lnTo>
                      <a:pt x="4" y="21"/>
                    </a:lnTo>
                    <a:lnTo>
                      <a:pt x="4" y="19"/>
                    </a:lnTo>
                    <a:lnTo>
                      <a:pt x="7" y="19"/>
                    </a:lnTo>
                    <a:lnTo>
                      <a:pt x="7" y="21"/>
                    </a:lnTo>
                    <a:lnTo>
                      <a:pt x="8" y="21"/>
                    </a:lnTo>
                    <a:lnTo>
                      <a:pt x="8" y="19"/>
                    </a:lnTo>
                    <a:lnTo>
                      <a:pt x="11" y="17"/>
                    </a:lnTo>
                    <a:lnTo>
                      <a:pt x="11" y="11"/>
                    </a:lnTo>
                    <a:lnTo>
                      <a:pt x="7" y="9"/>
                    </a:lnTo>
                    <a:lnTo>
                      <a:pt x="4" y="9"/>
                    </a:lnTo>
                    <a:lnTo>
                      <a:pt x="4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11" y="8"/>
                    </a:lnTo>
                    <a:lnTo>
                      <a:pt x="11" y="5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0"/>
                    </a:lnTo>
                    <a:lnTo>
                      <a:pt x="4" y="12"/>
                    </a:lnTo>
                    <a:lnTo>
                      <a:pt x="7" y="12"/>
                    </a:lnTo>
                    <a:lnTo>
                      <a:pt x="7" y="15"/>
                    </a:lnTo>
                    <a:lnTo>
                      <a:pt x="4" y="15"/>
                    </a:lnTo>
                    <a:lnTo>
                      <a:pt x="4" y="14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3" y="19"/>
                    </a:lnTo>
                    <a:lnTo>
                      <a:pt x="3" y="21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5" name="Google Shape;385;p18"/>
              <p:cNvGrpSpPr/>
              <p:nvPr/>
            </p:nvGrpSpPr>
            <p:grpSpPr>
              <a:xfrm>
                <a:off x="4455" y="2218"/>
                <a:ext cx="114" cy="18"/>
                <a:chOff x="4455" y="2218"/>
                <a:chExt cx="114" cy="18"/>
              </a:xfrm>
            </p:grpSpPr>
            <p:grpSp>
              <p:nvGrpSpPr>
                <p:cNvPr id="386" name="Google Shape;386;p18"/>
                <p:cNvGrpSpPr/>
                <p:nvPr/>
              </p:nvGrpSpPr>
              <p:grpSpPr>
                <a:xfrm>
                  <a:off x="4455" y="2218"/>
                  <a:ext cx="38" cy="18"/>
                  <a:chOff x="4455" y="2218"/>
                  <a:chExt cx="38" cy="18"/>
                </a:xfrm>
              </p:grpSpPr>
              <p:sp>
                <p:nvSpPr>
                  <p:cNvPr id="387" name="Google Shape;387;p18"/>
                  <p:cNvSpPr/>
                  <p:nvPr/>
                </p:nvSpPr>
                <p:spPr>
                  <a:xfrm>
                    <a:off x="4455" y="2219"/>
                    <a:ext cx="11" cy="16"/>
                  </a:xfrm>
                  <a:custGeom>
                    <a:rect b="b" l="l" r="r" t="t"/>
                    <a:pathLst>
                      <a:path extrusionOk="0" h="16" w="11">
                        <a:moveTo>
                          <a:pt x="0" y="0"/>
                        </a:moveTo>
                        <a:lnTo>
                          <a:pt x="8" y="0"/>
                        </a:lnTo>
                        <a:lnTo>
                          <a:pt x="10" y="2"/>
                        </a:lnTo>
                        <a:lnTo>
                          <a:pt x="10" y="6"/>
                        </a:lnTo>
                        <a:lnTo>
                          <a:pt x="8" y="7"/>
                        </a:lnTo>
                        <a:lnTo>
                          <a:pt x="10" y="9"/>
                        </a:lnTo>
                        <a:lnTo>
                          <a:pt x="10" y="13"/>
                        </a:lnTo>
                        <a:lnTo>
                          <a:pt x="8" y="15"/>
                        </a:lnTo>
                        <a:lnTo>
                          <a:pt x="0" y="15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4" y="12"/>
                        </a:lnTo>
                        <a:lnTo>
                          <a:pt x="6" y="12"/>
                        </a:lnTo>
                        <a:lnTo>
                          <a:pt x="6" y="9"/>
                        </a:lnTo>
                        <a:lnTo>
                          <a:pt x="4" y="9"/>
                        </a:lnTo>
                        <a:lnTo>
                          <a:pt x="4" y="6"/>
                        </a:lnTo>
                        <a:lnTo>
                          <a:pt x="6" y="6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6"/>
                        </a:lnTo>
                        <a:lnTo>
                          <a:pt x="4" y="9"/>
                        </a:lnTo>
                        <a:lnTo>
                          <a:pt x="0" y="9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" name="Google Shape;388;p18"/>
                  <p:cNvSpPr/>
                  <p:nvPr/>
                </p:nvSpPr>
                <p:spPr>
                  <a:xfrm>
                    <a:off x="4468" y="2218"/>
                    <a:ext cx="12" cy="18"/>
                  </a:xfrm>
                  <a:custGeom>
                    <a:rect b="b" l="l" r="r" t="t"/>
                    <a:pathLst>
                      <a:path extrusionOk="0" h="18" w="12">
                        <a:moveTo>
                          <a:pt x="3" y="0"/>
                        </a:moveTo>
                        <a:lnTo>
                          <a:pt x="8" y="0"/>
                        </a:lnTo>
                        <a:lnTo>
                          <a:pt x="11" y="3"/>
                        </a:lnTo>
                        <a:lnTo>
                          <a:pt x="11" y="13"/>
                        </a:lnTo>
                        <a:lnTo>
                          <a:pt x="8" y="16"/>
                        </a:lnTo>
                        <a:lnTo>
                          <a:pt x="7" y="16"/>
                        </a:lnTo>
                        <a:lnTo>
                          <a:pt x="7" y="17"/>
                        </a:lnTo>
                        <a:lnTo>
                          <a:pt x="4" y="17"/>
                        </a:lnTo>
                        <a:lnTo>
                          <a:pt x="4" y="16"/>
                        </a:lnTo>
                        <a:lnTo>
                          <a:pt x="3" y="16"/>
                        </a:lnTo>
                        <a:lnTo>
                          <a:pt x="0" y="13"/>
                        </a:lnTo>
                        <a:lnTo>
                          <a:pt x="4" y="13"/>
                        </a:lnTo>
                        <a:lnTo>
                          <a:pt x="7" y="13"/>
                        </a:lnTo>
                        <a:lnTo>
                          <a:pt x="7" y="3"/>
                        </a:lnTo>
                        <a:lnTo>
                          <a:pt x="4" y="3"/>
                        </a:lnTo>
                        <a:lnTo>
                          <a:pt x="4" y="13"/>
                        </a:lnTo>
                        <a:lnTo>
                          <a:pt x="0" y="13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" name="Google Shape;389;p18"/>
                  <p:cNvSpPr/>
                  <p:nvPr/>
                </p:nvSpPr>
                <p:spPr>
                  <a:xfrm>
                    <a:off x="4482" y="2219"/>
                    <a:ext cx="11" cy="16"/>
                  </a:xfrm>
                  <a:custGeom>
                    <a:rect b="b" l="l" r="r" t="t"/>
                    <a:pathLst>
                      <a:path extrusionOk="0" h="16" w="11">
                        <a:moveTo>
                          <a:pt x="0" y="0"/>
                        </a:moveTo>
                        <a:lnTo>
                          <a:pt x="8" y="0"/>
                        </a:lnTo>
                        <a:lnTo>
                          <a:pt x="10" y="2"/>
                        </a:lnTo>
                        <a:lnTo>
                          <a:pt x="10" y="6"/>
                        </a:lnTo>
                        <a:lnTo>
                          <a:pt x="8" y="7"/>
                        </a:lnTo>
                        <a:lnTo>
                          <a:pt x="10" y="9"/>
                        </a:lnTo>
                        <a:lnTo>
                          <a:pt x="10" y="13"/>
                        </a:lnTo>
                        <a:lnTo>
                          <a:pt x="8" y="15"/>
                        </a:lnTo>
                        <a:lnTo>
                          <a:pt x="0" y="15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4" y="12"/>
                        </a:lnTo>
                        <a:lnTo>
                          <a:pt x="6" y="12"/>
                        </a:lnTo>
                        <a:lnTo>
                          <a:pt x="6" y="9"/>
                        </a:lnTo>
                        <a:lnTo>
                          <a:pt x="4" y="9"/>
                        </a:lnTo>
                        <a:lnTo>
                          <a:pt x="4" y="6"/>
                        </a:lnTo>
                        <a:lnTo>
                          <a:pt x="6" y="6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6"/>
                        </a:lnTo>
                        <a:lnTo>
                          <a:pt x="4" y="9"/>
                        </a:lnTo>
                        <a:lnTo>
                          <a:pt x="0" y="9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0" name="Google Shape;390;p18"/>
                <p:cNvGrpSpPr/>
                <p:nvPr/>
              </p:nvGrpSpPr>
              <p:grpSpPr>
                <a:xfrm>
                  <a:off x="4506" y="2218"/>
                  <a:ext cx="63" cy="17"/>
                  <a:chOff x="4506" y="2218"/>
                  <a:chExt cx="63" cy="17"/>
                </a:xfrm>
              </p:grpSpPr>
              <p:sp>
                <p:nvSpPr>
                  <p:cNvPr id="391" name="Google Shape;391;p18"/>
                  <p:cNvSpPr/>
                  <p:nvPr/>
                </p:nvSpPr>
                <p:spPr>
                  <a:xfrm>
                    <a:off x="4506" y="2218"/>
                    <a:ext cx="10" cy="17"/>
                  </a:xfrm>
                  <a:custGeom>
                    <a:rect b="b" l="l" r="r" t="t"/>
                    <a:pathLst>
                      <a:path extrusionOk="0" h="17" w="10">
                        <a:moveTo>
                          <a:pt x="5" y="0"/>
                        </a:moveTo>
                        <a:lnTo>
                          <a:pt x="9" y="0"/>
                        </a:lnTo>
                        <a:lnTo>
                          <a:pt x="9" y="13"/>
                        </a:lnTo>
                        <a:lnTo>
                          <a:pt x="6" y="16"/>
                        </a:lnTo>
                        <a:lnTo>
                          <a:pt x="2" y="16"/>
                        </a:lnTo>
                        <a:lnTo>
                          <a:pt x="0" y="14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3" y="13"/>
                        </a:lnTo>
                        <a:lnTo>
                          <a:pt x="5" y="13"/>
                        </a:lnTo>
                        <a:lnTo>
                          <a:pt x="5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" name="Google Shape;392;p18"/>
                  <p:cNvSpPr/>
                  <p:nvPr/>
                </p:nvSpPr>
                <p:spPr>
                  <a:xfrm>
                    <a:off x="4520" y="2218"/>
                    <a:ext cx="11" cy="17"/>
                  </a:xfrm>
                  <a:custGeom>
                    <a:rect b="b" l="l" r="r" t="t"/>
                    <a:pathLst>
                      <a:path extrusionOk="0" h="17" w="11">
                        <a:moveTo>
                          <a:pt x="3" y="0"/>
                        </a:moveTo>
                        <a:lnTo>
                          <a:pt x="7" y="0"/>
                        </a:lnTo>
                        <a:lnTo>
                          <a:pt x="10" y="3"/>
                        </a:lnTo>
                        <a:lnTo>
                          <a:pt x="10" y="13"/>
                        </a:lnTo>
                        <a:lnTo>
                          <a:pt x="7" y="16"/>
                        </a:lnTo>
                        <a:lnTo>
                          <a:pt x="6" y="16"/>
                        </a:lnTo>
                        <a:lnTo>
                          <a:pt x="6" y="13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13"/>
                        </a:lnTo>
                        <a:lnTo>
                          <a:pt x="6" y="13"/>
                        </a:lnTo>
                        <a:lnTo>
                          <a:pt x="6" y="16"/>
                        </a:lnTo>
                        <a:lnTo>
                          <a:pt x="3" y="16"/>
                        </a:lnTo>
                        <a:lnTo>
                          <a:pt x="0" y="13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" name="Google Shape;393;p18"/>
                  <p:cNvSpPr/>
                  <p:nvPr/>
                </p:nvSpPr>
                <p:spPr>
                  <a:xfrm>
                    <a:off x="4534" y="2218"/>
                    <a:ext cx="11" cy="17"/>
                  </a:xfrm>
                  <a:custGeom>
                    <a:rect b="b" l="l" r="r" t="t"/>
                    <a:pathLst>
                      <a:path extrusionOk="0" h="17" w="11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6" y="8"/>
                        </a:lnTo>
                        <a:lnTo>
                          <a:pt x="6" y="0"/>
                        </a:lnTo>
                        <a:lnTo>
                          <a:pt x="10" y="0"/>
                        </a:lnTo>
                        <a:lnTo>
                          <a:pt x="10" y="16"/>
                        </a:lnTo>
                        <a:lnTo>
                          <a:pt x="6" y="16"/>
                        </a:lnTo>
                        <a:lnTo>
                          <a:pt x="4" y="8"/>
                        </a:lnTo>
                        <a:lnTo>
                          <a:pt x="4" y="16"/>
                        </a:lnTo>
                        <a:lnTo>
                          <a:pt x="0" y="1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" name="Google Shape;394;p18"/>
                  <p:cNvSpPr/>
                  <p:nvPr/>
                </p:nvSpPr>
                <p:spPr>
                  <a:xfrm>
                    <a:off x="4549" y="2218"/>
                    <a:ext cx="8" cy="17"/>
                  </a:xfrm>
                  <a:custGeom>
                    <a:rect b="b" l="l" r="r" t="t"/>
                    <a:pathLst>
                      <a:path extrusionOk="0" h="17" w="8">
                        <a:moveTo>
                          <a:pt x="0" y="0"/>
                        </a:moveTo>
                        <a:lnTo>
                          <a:pt x="7" y="0"/>
                        </a:lnTo>
                        <a:lnTo>
                          <a:pt x="7" y="3"/>
                        </a:lnTo>
                        <a:lnTo>
                          <a:pt x="4" y="3"/>
                        </a:lnTo>
                        <a:lnTo>
                          <a:pt x="4" y="6"/>
                        </a:lnTo>
                        <a:lnTo>
                          <a:pt x="7" y="6"/>
                        </a:lnTo>
                        <a:lnTo>
                          <a:pt x="7" y="9"/>
                        </a:lnTo>
                        <a:lnTo>
                          <a:pt x="4" y="9"/>
                        </a:lnTo>
                        <a:lnTo>
                          <a:pt x="4" y="13"/>
                        </a:lnTo>
                        <a:lnTo>
                          <a:pt x="7" y="13"/>
                        </a:lnTo>
                        <a:lnTo>
                          <a:pt x="7" y="16"/>
                        </a:lnTo>
                        <a:lnTo>
                          <a:pt x="0" y="1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5" name="Google Shape;395;p18"/>
                  <p:cNvSpPr/>
                  <p:nvPr/>
                </p:nvSpPr>
                <p:spPr>
                  <a:xfrm>
                    <a:off x="4559" y="2218"/>
                    <a:ext cx="10" cy="17"/>
                  </a:xfrm>
                  <a:custGeom>
                    <a:rect b="b" l="l" r="r" t="t"/>
                    <a:pathLst>
                      <a:path extrusionOk="0" h="17" w="10">
                        <a:moveTo>
                          <a:pt x="2" y="0"/>
                        </a:moveTo>
                        <a:lnTo>
                          <a:pt x="7" y="0"/>
                        </a:lnTo>
                        <a:lnTo>
                          <a:pt x="9" y="2"/>
                        </a:lnTo>
                        <a:lnTo>
                          <a:pt x="9" y="5"/>
                        </a:lnTo>
                        <a:lnTo>
                          <a:pt x="6" y="5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7"/>
                        </a:lnTo>
                        <a:lnTo>
                          <a:pt x="7" y="7"/>
                        </a:lnTo>
                        <a:lnTo>
                          <a:pt x="6" y="7"/>
                        </a:lnTo>
                        <a:lnTo>
                          <a:pt x="9" y="9"/>
                        </a:lnTo>
                        <a:lnTo>
                          <a:pt x="9" y="14"/>
                        </a:lnTo>
                        <a:lnTo>
                          <a:pt x="7" y="16"/>
                        </a:lnTo>
                        <a:lnTo>
                          <a:pt x="2" y="16"/>
                        </a:lnTo>
                        <a:lnTo>
                          <a:pt x="0" y="14"/>
                        </a:lnTo>
                        <a:lnTo>
                          <a:pt x="0" y="11"/>
                        </a:lnTo>
                        <a:lnTo>
                          <a:pt x="3" y="11"/>
                        </a:lnTo>
                        <a:lnTo>
                          <a:pt x="3" y="13"/>
                        </a:lnTo>
                        <a:lnTo>
                          <a:pt x="6" y="13"/>
                        </a:lnTo>
                        <a:lnTo>
                          <a:pt x="6" y="10"/>
                        </a:lnTo>
                        <a:lnTo>
                          <a:pt x="3" y="10"/>
                        </a:lnTo>
                        <a:lnTo>
                          <a:pt x="0" y="8"/>
                        </a:lnTo>
                        <a:lnTo>
                          <a:pt x="0" y="2"/>
                        </a:lnTo>
                        <a:lnTo>
                          <a:pt x="2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6" name="Google Shape;396;p18"/>
              <p:cNvGrpSpPr/>
              <p:nvPr/>
            </p:nvGrpSpPr>
            <p:grpSpPr>
              <a:xfrm>
                <a:off x="4440" y="2291"/>
                <a:ext cx="116" cy="10"/>
                <a:chOff x="4440" y="2291"/>
                <a:chExt cx="116" cy="10"/>
              </a:xfrm>
            </p:grpSpPr>
            <p:sp>
              <p:nvSpPr>
                <p:cNvPr id="397" name="Google Shape;397;p18"/>
                <p:cNvSpPr/>
                <p:nvPr/>
              </p:nvSpPr>
              <p:spPr>
                <a:xfrm>
                  <a:off x="4440" y="2291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5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4" y="4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2" y="6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18"/>
                <p:cNvSpPr/>
                <p:nvPr/>
              </p:nvSpPr>
              <p:spPr>
                <a:xfrm>
                  <a:off x="4447" y="2291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4" y="6"/>
                      </a:lnTo>
                      <a:lnTo>
                        <a:pt x="4" y="5"/>
                      </a:lnTo>
                      <a:lnTo>
                        <a:pt x="3" y="1"/>
                      </a:lnTo>
                      <a:lnTo>
                        <a:pt x="2" y="5"/>
                      </a:lnTo>
                      <a:lnTo>
                        <a:pt x="4" y="5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18"/>
                <p:cNvSpPr/>
                <p:nvPr/>
              </p:nvSpPr>
              <p:spPr>
                <a:xfrm>
                  <a:off x="4453" y="2291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5" y="5"/>
                      </a:lnTo>
                      <a:lnTo>
                        <a:pt x="5" y="9"/>
                      </a:lnTo>
                      <a:lnTo>
                        <a:pt x="2" y="9"/>
                      </a:lnTo>
                      <a:lnTo>
                        <a:pt x="2" y="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18"/>
                <p:cNvSpPr/>
                <p:nvPr/>
              </p:nvSpPr>
              <p:spPr>
                <a:xfrm>
                  <a:off x="4463" y="2291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3" y="2"/>
                      </a:lnTo>
                      <a:lnTo>
                        <a:pt x="3" y="9"/>
                      </a:lnTo>
                      <a:lnTo>
                        <a:pt x="1" y="9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18"/>
                <p:cNvSpPr/>
                <p:nvPr/>
              </p:nvSpPr>
              <p:spPr>
                <a:xfrm>
                  <a:off x="4469" y="2291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7"/>
                      </a:lnTo>
                      <a:lnTo>
                        <a:pt x="4" y="8"/>
                      </a:lnTo>
                      <a:lnTo>
                        <a:pt x="4" y="6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18"/>
                <p:cNvSpPr/>
                <p:nvPr/>
              </p:nvSpPr>
              <p:spPr>
                <a:xfrm>
                  <a:off x="4479" y="2291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4" y="2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18"/>
                <p:cNvSpPr/>
                <p:nvPr/>
              </p:nvSpPr>
              <p:spPr>
                <a:xfrm>
                  <a:off x="4544" y="2291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6" y="2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4" y="9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18"/>
                <p:cNvSpPr/>
                <p:nvPr/>
              </p:nvSpPr>
              <p:spPr>
                <a:xfrm>
                  <a:off x="4503" y="2291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7"/>
                      </a:lnTo>
                      <a:lnTo>
                        <a:pt x="4" y="8"/>
                      </a:lnTo>
                      <a:lnTo>
                        <a:pt x="4" y="6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18"/>
                <p:cNvSpPr/>
                <p:nvPr/>
              </p:nvSpPr>
              <p:spPr>
                <a:xfrm>
                  <a:off x="4485" y="2291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3"/>
                      </a:lnTo>
                      <a:lnTo>
                        <a:pt x="5" y="3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9"/>
                      </a:lnTo>
                      <a:lnTo>
                        <a:pt x="5" y="9"/>
                      </a:lnTo>
                      <a:lnTo>
                        <a:pt x="5" y="5"/>
                      </a:lnTo>
                      <a:lnTo>
                        <a:pt x="2" y="5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18"/>
                <p:cNvSpPr/>
                <p:nvPr/>
              </p:nvSpPr>
              <p:spPr>
                <a:xfrm>
                  <a:off x="4494" y="2291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18"/>
                <p:cNvSpPr/>
                <p:nvPr/>
              </p:nvSpPr>
              <p:spPr>
                <a:xfrm>
                  <a:off x="4512" y="2291"/>
                  <a:ext cx="5" cy="9"/>
                </a:xfrm>
                <a:custGeom>
                  <a:rect b="b" l="l" r="r" t="t"/>
                  <a:pathLst>
                    <a:path extrusionOk="0" h="9" w="5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3" y="4"/>
                      </a:lnTo>
                      <a:lnTo>
                        <a:pt x="4" y="5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2" y="3"/>
                      </a:lnTo>
                      <a:lnTo>
                        <a:pt x="2" y="5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" name="Google Shape;408;p18"/>
                <p:cNvSpPr/>
                <p:nvPr/>
              </p:nvSpPr>
              <p:spPr>
                <a:xfrm>
                  <a:off x="4520" y="2291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4" y="8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1" y="7"/>
                      </a:lnTo>
                      <a:lnTo>
                        <a:pt x="2" y="7"/>
                      </a:lnTo>
                      <a:lnTo>
                        <a:pt x="2" y="2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" name="Google Shape;409;p18"/>
                <p:cNvSpPr/>
                <p:nvPr/>
              </p:nvSpPr>
              <p:spPr>
                <a:xfrm>
                  <a:off x="4526" y="2291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" name="Google Shape;410;p18"/>
                <p:cNvSpPr/>
                <p:nvPr/>
              </p:nvSpPr>
              <p:spPr>
                <a:xfrm>
                  <a:off x="4534" y="2291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4"/>
                      </a:lnTo>
                      <a:lnTo>
                        <a:pt x="4" y="5"/>
                      </a:lnTo>
                      <a:lnTo>
                        <a:pt x="5" y="6"/>
                      </a:lnTo>
                      <a:lnTo>
                        <a:pt x="5" y="9"/>
                      </a:lnTo>
                      <a:lnTo>
                        <a:pt x="3" y="9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3" y="2"/>
                      </a:lnTo>
                      <a:lnTo>
                        <a:pt x="3" y="4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8"/>
                <p:cNvSpPr/>
                <p:nvPr/>
              </p:nvSpPr>
              <p:spPr>
                <a:xfrm>
                  <a:off x="4551" y="2291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" name="Google Shape;412;p18"/>
              <p:cNvGrpSpPr/>
              <p:nvPr/>
            </p:nvGrpSpPr>
            <p:grpSpPr>
              <a:xfrm>
                <a:off x="4850" y="2255"/>
                <a:ext cx="26" cy="8"/>
                <a:chOff x="4850" y="2255"/>
                <a:chExt cx="26" cy="8"/>
              </a:xfrm>
            </p:grpSpPr>
            <p:sp>
              <p:nvSpPr>
                <p:cNvPr id="413" name="Google Shape;413;p18"/>
                <p:cNvSpPr/>
                <p:nvPr/>
              </p:nvSpPr>
              <p:spPr>
                <a:xfrm>
                  <a:off x="4850" y="2255"/>
                  <a:ext cx="7" cy="8"/>
                </a:xfrm>
                <a:custGeom>
                  <a:rect b="b" l="l" r="r" t="t"/>
                  <a:pathLst>
                    <a:path extrusionOk="0" h="8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6"/>
                      </a:lnTo>
                      <a:lnTo>
                        <a:pt x="5" y="7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2" y="1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3" y="1"/>
                      </a:ln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" name="Google Shape;414;p18"/>
                <p:cNvSpPr/>
                <p:nvPr/>
              </p:nvSpPr>
              <p:spPr>
                <a:xfrm>
                  <a:off x="4858" y="2255"/>
                  <a:ext cx="6" cy="8"/>
                </a:xfrm>
                <a:custGeom>
                  <a:rect b="b" l="l" r="r" t="t"/>
                  <a:pathLst>
                    <a:path extrusionOk="0" h="8" w="6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3" y="1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2" y="7"/>
                      </a:lnTo>
                      <a:lnTo>
                        <a:pt x="0" y="7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18"/>
                <p:cNvSpPr/>
                <p:nvPr/>
              </p:nvSpPr>
              <p:spPr>
                <a:xfrm>
                  <a:off x="4864" y="2255"/>
                  <a:ext cx="6" cy="8"/>
                </a:xfrm>
                <a:custGeom>
                  <a:rect b="b" l="l" r="r" t="t"/>
                  <a:pathLst>
                    <a:path extrusionOk="0" h="8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4" y="1"/>
                      </a:lnTo>
                      <a:lnTo>
                        <a:pt x="4" y="7"/>
                      </a:lnTo>
                      <a:lnTo>
                        <a:pt x="2" y="7"/>
                      </a:ln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" name="Google Shape;416;p18"/>
                <p:cNvSpPr/>
                <p:nvPr/>
              </p:nvSpPr>
              <p:spPr>
                <a:xfrm>
                  <a:off x="4871" y="2255"/>
                  <a:ext cx="5" cy="8"/>
                </a:xfrm>
                <a:custGeom>
                  <a:rect b="b" l="l" r="r" t="t"/>
                  <a:pathLst>
                    <a:path extrusionOk="0" h="8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2" y="1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7" name="Google Shape;417;p18"/>
              <p:cNvGrpSpPr/>
              <p:nvPr/>
            </p:nvGrpSpPr>
            <p:grpSpPr>
              <a:xfrm>
                <a:off x="5001" y="2315"/>
                <a:ext cx="47" cy="11"/>
                <a:chOff x="5001" y="2315"/>
                <a:chExt cx="47" cy="11"/>
              </a:xfrm>
            </p:grpSpPr>
            <p:sp>
              <p:nvSpPr>
                <p:cNvPr id="418" name="Google Shape;418;p18"/>
                <p:cNvSpPr/>
                <p:nvPr/>
              </p:nvSpPr>
              <p:spPr>
                <a:xfrm>
                  <a:off x="5027" y="2315"/>
                  <a:ext cx="7" cy="11"/>
                </a:xfrm>
                <a:custGeom>
                  <a:rect b="b" l="l" r="r" t="t"/>
                  <a:pathLst>
                    <a:path extrusionOk="0" h="11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4" y="8"/>
                      </a:lnTo>
                      <a:lnTo>
                        <a:pt x="4" y="6"/>
                      </a:lnTo>
                      <a:lnTo>
                        <a:pt x="3" y="2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2" y="10"/>
                      </a:lnTo>
                      <a:lnTo>
                        <a:pt x="0" y="1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18"/>
                <p:cNvSpPr/>
                <p:nvPr/>
              </p:nvSpPr>
              <p:spPr>
                <a:xfrm>
                  <a:off x="5001" y="2315"/>
                  <a:ext cx="6" cy="11"/>
                </a:xfrm>
                <a:custGeom>
                  <a:rect b="b" l="l" r="r" t="t"/>
                  <a:pathLst>
                    <a:path extrusionOk="0" h="11" w="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9"/>
                      </a:lnTo>
                      <a:lnTo>
                        <a:pt x="4" y="10"/>
                      </a:lnTo>
                      <a:lnTo>
                        <a:pt x="0" y="10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8"/>
                      </a:lnTo>
                      <a:lnTo>
                        <a:pt x="3" y="8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8"/>
                <p:cNvSpPr/>
                <p:nvPr/>
              </p:nvSpPr>
              <p:spPr>
                <a:xfrm>
                  <a:off x="5022" y="2315"/>
                  <a:ext cx="5" cy="11"/>
                </a:xfrm>
                <a:custGeom>
                  <a:rect b="b" l="l" r="r" t="t"/>
                  <a:pathLst>
                    <a:path extrusionOk="0" h="11" w="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8"/>
                      </a:lnTo>
                      <a:lnTo>
                        <a:pt x="4" y="8"/>
                      </a:lnTo>
                      <a:lnTo>
                        <a:pt x="4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18"/>
                <p:cNvSpPr/>
                <p:nvPr/>
              </p:nvSpPr>
              <p:spPr>
                <a:xfrm>
                  <a:off x="5008" y="2315"/>
                  <a:ext cx="7" cy="11"/>
                </a:xfrm>
                <a:custGeom>
                  <a:rect b="b" l="l" r="r" t="t"/>
                  <a:pathLst>
                    <a:path extrusionOk="0" h="11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2"/>
                      </a:lnTo>
                      <a:lnTo>
                        <a:pt x="6" y="8"/>
                      </a:lnTo>
                      <a:lnTo>
                        <a:pt x="4" y="10"/>
                      </a:lnTo>
                      <a:lnTo>
                        <a:pt x="2" y="10"/>
                      </a:lnTo>
                      <a:lnTo>
                        <a:pt x="0" y="8"/>
                      </a:lnTo>
                      <a:lnTo>
                        <a:pt x="2" y="8"/>
                      </a:lnTo>
                      <a:lnTo>
                        <a:pt x="4" y="8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18"/>
                <p:cNvSpPr/>
                <p:nvPr/>
              </p:nvSpPr>
              <p:spPr>
                <a:xfrm>
                  <a:off x="5036" y="2315"/>
                  <a:ext cx="5" cy="11"/>
                </a:xfrm>
                <a:custGeom>
                  <a:rect b="b" l="l" r="r" t="t"/>
                  <a:pathLst>
                    <a:path extrusionOk="0" h="11" w="5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4" y="4"/>
                      </a:lnTo>
                      <a:lnTo>
                        <a:pt x="3" y="5"/>
                      </a:lnTo>
                      <a:lnTo>
                        <a:pt x="4" y="6"/>
                      </a:lnTo>
                      <a:lnTo>
                        <a:pt x="4" y="10"/>
                      </a:lnTo>
                      <a:lnTo>
                        <a:pt x="2" y="10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1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18"/>
                <p:cNvSpPr/>
                <p:nvPr/>
              </p:nvSpPr>
              <p:spPr>
                <a:xfrm>
                  <a:off x="5042" y="2315"/>
                  <a:ext cx="6" cy="11"/>
                </a:xfrm>
                <a:custGeom>
                  <a:rect b="b" l="l" r="r" t="t"/>
                  <a:pathLst>
                    <a:path extrusionOk="0" h="11" w="6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5" y="6"/>
                      </a:lnTo>
                      <a:lnTo>
                        <a:pt x="5" y="9"/>
                      </a:lnTo>
                      <a:lnTo>
                        <a:pt x="4" y="10"/>
                      </a:lnTo>
                      <a:lnTo>
                        <a:pt x="1" y="10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2" y="7"/>
                      </a:lnTo>
                      <a:lnTo>
                        <a:pt x="2" y="8"/>
                      </a:lnTo>
                      <a:lnTo>
                        <a:pt x="3" y="8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18"/>
                <p:cNvSpPr/>
                <p:nvPr/>
              </p:nvSpPr>
              <p:spPr>
                <a:xfrm>
                  <a:off x="5016" y="2315"/>
                  <a:ext cx="5" cy="11"/>
                </a:xfrm>
                <a:custGeom>
                  <a:rect b="b" l="l" r="r" t="t"/>
                  <a:pathLst>
                    <a:path extrusionOk="0" h="11" w="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8"/>
                      </a:lnTo>
                      <a:lnTo>
                        <a:pt x="4" y="8"/>
                      </a:lnTo>
                      <a:lnTo>
                        <a:pt x="4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5" name="Google Shape;425;p18"/>
              <p:cNvGrpSpPr/>
              <p:nvPr/>
            </p:nvGrpSpPr>
            <p:grpSpPr>
              <a:xfrm>
                <a:off x="4440" y="2350"/>
                <a:ext cx="178" cy="15"/>
                <a:chOff x="4440" y="2350"/>
                <a:chExt cx="178" cy="15"/>
              </a:xfrm>
            </p:grpSpPr>
            <p:sp>
              <p:nvSpPr>
                <p:cNvPr id="426" name="Google Shape;426;p18"/>
                <p:cNvSpPr/>
                <p:nvPr/>
              </p:nvSpPr>
              <p:spPr>
                <a:xfrm>
                  <a:off x="4503" y="2350"/>
                  <a:ext cx="11" cy="14"/>
                </a:xfrm>
                <a:custGeom>
                  <a:rect b="b" l="l" r="r" t="t"/>
                  <a:pathLst>
                    <a:path extrusionOk="0" h="14" w="11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13"/>
                      </a:lnTo>
                      <a:lnTo>
                        <a:pt x="6" y="13"/>
                      </a:lnTo>
                      <a:lnTo>
                        <a:pt x="6" y="10"/>
                      </a:lnTo>
                      <a:lnTo>
                        <a:pt x="6" y="8"/>
                      </a:lnTo>
                      <a:lnTo>
                        <a:pt x="5" y="2"/>
                      </a:lnTo>
                      <a:lnTo>
                        <a:pt x="4" y="8"/>
                      </a:lnTo>
                      <a:lnTo>
                        <a:pt x="6" y="8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18"/>
                <p:cNvSpPr/>
                <p:nvPr/>
              </p:nvSpPr>
              <p:spPr>
                <a:xfrm>
                  <a:off x="4574" y="2350"/>
                  <a:ext cx="10" cy="14"/>
                </a:xfrm>
                <a:custGeom>
                  <a:rect b="b" l="l" r="r" t="t"/>
                  <a:pathLst>
                    <a:path extrusionOk="0" h="14" w="10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9" y="2"/>
                      </a:lnTo>
                      <a:lnTo>
                        <a:pt x="9" y="5"/>
                      </a:lnTo>
                      <a:lnTo>
                        <a:pt x="7" y="6"/>
                      </a:lnTo>
                      <a:lnTo>
                        <a:pt x="9" y="7"/>
                      </a:lnTo>
                      <a:lnTo>
                        <a:pt x="9" y="11"/>
                      </a:lnTo>
                      <a:lnTo>
                        <a:pt x="7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lnTo>
                        <a:pt x="3" y="8"/>
                      </a:lnTo>
                      <a:lnTo>
                        <a:pt x="3" y="10"/>
                      </a:lnTo>
                      <a:lnTo>
                        <a:pt x="5" y="10"/>
                      </a:lnTo>
                      <a:lnTo>
                        <a:pt x="5" y="8"/>
                      </a:lnTo>
                      <a:lnTo>
                        <a:pt x="3" y="8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5"/>
                      </a:lnTo>
                      <a:lnTo>
                        <a:pt x="3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18"/>
                <p:cNvSpPr/>
                <p:nvPr/>
              </p:nvSpPr>
              <p:spPr>
                <a:xfrm>
                  <a:off x="4440" y="2350"/>
                  <a:ext cx="8" cy="14"/>
                </a:xfrm>
                <a:custGeom>
                  <a:rect b="b" l="l" r="r" t="t"/>
                  <a:pathLst>
                    <a:path extrusionOk="0" h="14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4" y="2"/>
                      </a:lnTo>
                      <a:lnTo>
                        <a:pt x="4" y="5"/>
                      </a:lnTo>
                      <a:lnTo>
                        <a:pt x="7" y="5"/>
                      </a:lnTo>
                      <a:lnTo>
                        <a:pt x="7" y="7"/>
                      </a:lnTo>
                      <a:lnTo>
                        <a:pt x="4" y="7"/>
                      </a:lnTo>
                      <a:lnTo>
                        <a:pt x="4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8"/>
                <p:cNvSpPr/>
                <p:nvPr/>
              </p:nvSpPr>
              <p:spPr>
                <a:xfrm>
                  <a:off x="4450" y="2350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18"/>
                <p:cNvSpPr/>
                <p:nvPr/>
              </p:nvSpPr>
              <p:spPr>
                <a:xfrm>
                  <a:off x="4607" y="2350"/>
                  <a:ext cx="11" cy="14"/>
                </a:xfrm>
                <a:custGeom>
                  <a:rect b="b" l="l" r="r" t="t"/>
                  <a:pathLst>
                    <a:path extrusionOk="0" h="14" w="11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5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7" y="6"/>
                      </a:lnTo>
                      <a:lnTo>
                        <a:pt x="10" y="13"/>
                      </a:lnTo>
                      <a:lnTo>
                        <a:pt x="6" y="13"/>
                      </a:lnTo>
                      <a:lnTo>
                        <a:pt x="3" y="8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18"/>
                <p:cNvSpPr/>
                <p:nvPr/>
              </p:nvSpPr>
              <p:spPr>
                <a:xfrm>
                  <a:off x="4561" y="2350"/>
                  <a:ext cx="8" cy="14"/>
                </a:xfrm>
                <a:custGeom>
                  <a:rect b="b" l="l" r="r" t="t"/>
                  <a:pathLst>
                    <a:path extrusionOk="0" h="14" w="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1"/>
                      </a:lnTo>
                      <a:lnTo>
                        <a:pt x="7" y="11"/>
                      </a:lnTo>
                      <a:lnTo>
                        <a:pt x="7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18"/>
                <p:cNvSpPr/>
                <p:nvPr/>
              </p:nvSpPr>
              <p:spPr>
                <a:xfrm>
                  <a:off x="4527" y="2350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9" y="2"/>
                      </a:lnTo>
                      <a:lnTo>
                        <a:pt x="9" y="11"/>
                      </a:lnTo>
                      <a:lnTo>
                        <a:pt x="7" y="13"/>
                      </a:lnTo>
                      <a:lnTo>
                        <a:pt x="6" y="13"/>
                      </a:lnTo>
                      <a:lnTo>
                        <a:pt x="6" y="14"/>
                      </a:lnTo>
                      <a:lnTo>
                        <a:pt x="3" y="14"/>
                      </a:lnTo>
                      <a:lnTo>
                        <a:pt x="3" y="13"/>
                      </a:lnTo>
                      <a:lnTo>
                        <a:pt x="2" y="13"/>
                      </a:lnTo>
                      <a:lnTo>
                        <a:pt x="0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11"/>
                      </a:lnTo>
                      <a:lnTo>
                        <a:pt x="0" y="11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18"/>
                <p:cNvSpPr/>
                <p:nvPr/>
              </p:nvSpPr>
              <p:spPr>
                <a:xfrm>
                  <a:off x="4455" y="2350"/>
                  <a:ext cx="9" cy="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8" y="1"/>
                      </a:lnTo>
                      <a:lnTo>
                        <a:pt x="8" y="5"/>
                      </a:lnTo>
                      <a:lnTo>
                        <a:pt x="6" y="6"/>
                      </a:lnTo>
                      <a:lnTo>
                        <a:pt x="8" y="7"/>
                      </a:lnTo>
                      <a:lnTo>
                        <a:pt x="8" y="12"/>
                      </a:lnTo>
                      <a:lnTo>
                        <a:pt x="5" y="12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5" y="2"/>
                      </a:lnTo>
                      <a:lnTo>
                        <a:pt x="5" y="5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3" y="12"/>
                      </a:lnTo>
                      <a:lnTo>
                        <a:pt x="0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18"/>
                <p:cNvSpPr/>
                <p:nvPr/>
              </p:nvSpPr>
              <p:spPr>
                <a:xfrm>
                  <a:off x="4466" y="2350"/>
                  <a:ext cx="9" cy="14"/>
                </a:xfrm>
                <a:custGeom>
                  <a:rect b="b" l="l" r="r" t="t"/>
                  <a:pathLst>
                    <a:path extrusionOk="0" h="14" w="9">
                      <a:moveTo>
                        <a:pt x="2" y="0"/>
                      </a:moveTo>
                      <a:lnTo>
                        <a:pt x="6" y="0"/>
                      </a:lnTo>
                      <a:lnTo>
                        <a:pt x="8" y="2"/>
                      </a:lnTo>
                      <a:lnTo>
                        <a:pt x="8" y="4"/>
                      </a:lnTo>
                      <a:lnTo>
                        <a:pt x="5" y="4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5"/>
                      </a:lnTo>
                      <a:lnTo>
                        <a:pt x="6" y="5"/>
                      </a:lnTo>
                      <a:lnTo>
                        <a:pt x="5" y="5"/>
                      </a:lnTo>
                      <a:lnTo>
                        <a:pt x="8" y="7"/>
                      </a:lnTo>
                      <a:lnTo>
                        <a:pt x="8" y="11"/>
                      </a:lnTo>
                      <a:lnTo>
                        <a:pt x="6" y="13"/>
                      </a:lnTo>
                      <a:lnTo>
                        <a:pt x="2" y="13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2" y="9"/>
                      </a:lnTo>
                      <a:lnTo>
                        <a:pt x="2" y="11"/>
                      </a:lnTo>
                      <a:lnTo>
                        <a:pt x="5" y="11"/>
                      </a:lnTo>
                      <a:lnTo>
                        <a:pt x="5" y="8"/>
                      </a:lnTo>
                      <a:lnTo>
                        <a:pt x="2" y="8"/>
                      </a:lnTo>
                      <a:lnTo>
                        <a:pt x="0" y="6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18"/>
                <p:cNvSpPr/>
                <p:nvPr/>
              </p:nvSpPr>
              <p:spPr>
                <a:xfrm>
                  <a:off x="4476" y="2350"/>
                  <a:ext cx="7" cy="14"/>
                </a:xfrm>
                <a:custGeom>
                  <a:rect b="b" l="l" r="r" t="t"/>
                  <a:pathLst>
                    <a:path extrusionOk="0" h="14" w="7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4" y="2"/>
                      </a:lnTo>
                      <a:lnTo>
                        <a:pt x="4" y="13"/>
                      </a:lnTo>
                      <a:lnTo>
                        <a:pt x="2" y="13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18"/>
                <p:cNvSpPr/>
                <p:nvPr/>
              </p:nvSpPr>
              <p:spPr>
                <a:xfrm>
                  <a:off x="4513" y="2350"/>
                  <a:ext cx="8" cy="14"/>
                </a:xfrm>
                <a:custGeom>
                  <a:rect b="b" l="l" r="r" t="t"/>
                  <a:pathLst>
                    <a:path extrusionOk="0" h="14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5" y="2"/>
                      </a:lnTo>
                      <a:lnTo>
                        <a:pt x="5" y="13"/>
                      </a:lnTo>
                      <a:lnTo>
                        <a:pt x="2" y="13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18"/>
                <p:cNvSpPr/>
                <p:nvPr/>
              </p:nvSpPr>
              <p:spPr>
                <a:xfrm>
                  <a:off x="4523" y="2350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18"/>
                <p:cNvSpPr/>
                <p:nvPr/>
              </p:nvSpPr>
              <p:spPr>
                <a:xfrm>
                  <a:off x="4491" y="2350"/>
                  <a:ext cx="9" cy="14"/>
                </a:xfrm>
                <a:custGeom>
                  <a:rect b="b" l="l" r="r" t="t"/>
                  <a:pathLst>
                    <a:path extrusionOk="0" h="14" w="9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5" y="6"/>
                      </a:lnTo>
                      <a:lnTo>
                        <a:pt x="5" y="0"/>
                      </a:lnTo>
                      <a:lnTo>
                        <a:pt x="8" y="0"/>
                      </a:lnTo>
                      <a:lnTo>
                        <a:pt x="8" y="13"/>
                      </a:lnTo>
                      <a:lnTo>
                        <a:pt x="5" y="13"/>
                      </a:lnTo>
                      <a:lnTo>
                        <a:pt x="3" y="7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18"/>
                <p:cNvSpPr/>
                <p:nvPr/>
              </p:nvSpPr>
              <p:spPr>
                <a:xfrm>
                  <a:off x="4539" y="2350"/>
                  <a:ext cx="9" cy="14"/>
                </a:xfrm>
                <a:custGeom>
                  <a:rect b="b" l="l" r="r" t="t"/>
                  <a:pathLst>
                    <a:path extrusionOk="0" h="14" w="9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5" y="6"/>
                      </a:lnTo>
                      <a:lnTo>
                        <a:pt x="5" y="0"/>
                      </a:lnTo>
                      <a:lnTo>
                        <a:pt x="8" y="0"/>
                      </a:lnTo>
                      <a:lnTo>
                        <a:pt x="8" y="13"/>
                      </a:lnTo>
                      <a:lnTo>
                        <a:pt x="5" y="13"/>
                      </a:lnTo>
                      <a:lnTo>
                        <a:pt x="3" y="7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18"/>
                <p:cNvSpPr/>
                <p:nvPr/>
              </p:nvSpPr>
              <p:spPr>
                <a:xfrm>
                  <a:off x="4551" y="2350"/>
                  <a:ext cx="9" cy="14"/>
                </a:xfrm>
                <a:custGeom>
                  <a:rect b="b" l="l" r="r" t="t"/>
                  <a:pathLst>
                    <a:path extrusionOk="0" h="14" w="9">
                      <a:moveTo>
                        <a:pt x="2" y="0"/>
                      </a:moveTo>
                      <a:lnTo>
                        <a:pt x="6" y="0"/>
                      </a:lnTo>
                      <a:lnTo>
                        <a:pt x="8" y="13"/>
                      </a:lnTo>
                      <a:lnTo>
                        <a:pt x="5" y="13"/>
                      </a:lnTo>
                      <a:lnTo>
                        <a:pt x="5" y="10"/>
                      </a:lnTo>
                      <a:lnTo>
                        <a:pt x="5" y="8"/>
                      </a:lnTo>
                      <a:lnTo>
                        <a:pt x="4" y="2"/>
                      </a:lnTo>
                      <a:lnTo>
                        <a:pt x="3" y="8"/>
                      </a:lnTo>
                      <a:lnTo>
                        <a:pt x="5" y="8"/>
                      </a:lnTo>
                      <a:lnTo>
                        <a:pt x="5" y="10"/>
                      </a:lnTo>
                      <a:lnTo>
                        <a:pt x="3" y="10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18"/>
                <p:cNvSpPr/>
                <p:nvPr/>
              </p:nvSpPr>
              <p:spPr>
                <a:xfrm>
                  <a:off x="4585" y="2350"/>
                  <a:ext cx="11" cy="14"/>
                </a:xfrm>
                <a:custGeom>
                  <a:rect b="b" l="l" r="r" t="t"/>
                  <a:pathLst>
                    <a:path extrusionOk="0" h="14" w="11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13"/>
                      </a:lnTo>
                      <a:lnTo>
                        <a:pt x="7" y="13"/>
                      </a:lnTo>
                      <a:lnTo>
                        <a:pt x="6" y="11"/>
                      </a:lnTo>
                      <a:lnTo>
                        <a:pt x="6" y="8"/>
                      </a:lnTo>
                      <a:lnTo>
                        <a:pt x="5" y="2"/>
                      </a:lnTo>
                      <a:lnTo>
                        <a:pt x="4" y="8"/>
                      </a:lnTo>
                      <a:lnTo>
                        <a:pt x="6" y="8"/>
                      </a:lnTo>
                      <a:lnTo>
                        <a:pt x="6" y="11"/>
                      </a:lnTo>
                      <a:lnTo>
                        <a:pt x="4" y="11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18"/>
                <p:cNvSpPr/>
                <p:nvPr/>
              </p:nvSpPr>
              <p:spPr>
                <a:xfrm>
                  <a:off x="4597" y="2350"/>
                  <a:ext cx="9" cy="14"/>
                </a:xfrm>
                <a:custGeom>
                  <a:rect b="b" l="l" r="r" t="t"/>
                  <a:pathLst>
                    <a:path extrusionOk="0" h="14" w="9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5" y="6"/>
                      </a:lnTo>
                      <a:lnTo>
                        <a:pt x="5" y="0"/>
                      </a:lnTo>
                      <a:lnTo>
                        <a:pt x="8" y="0"/>
                      </a:lnTo>
                      <a:lnTo>
                        <a:pt x="8" y="13"/>
                      </a:lnTo>
                      <a:lnTo>
                        <a:pt x="5" y="13"/>
                      </a:lnTo>
                      <a:lnTo>
                        <a:pt x="3" y="7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43" name="Google Shape;443;p18"/>
              <p:cNvSpPr/>
              <p:nvPr/>
            </p:nvSpPr>
            <p:spPr>
              <a:xfrm>
                <a:off x="4442" y="2371"/>
                <a:ext cx="17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8"/>
              <p:cNvSpPr/>
              <p:nvPr/>
            </p:nvSpPr>
            <p:spPr>
              <a:xfrm>
                <a:off x="4450" y="2386"/>
                <a:ext cx="153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18"/>
            <p:cNvGrpSpPr/>
            <p:nvPr/>
          </p:nvGrpSpPr>
          <p:grpSpPr>
            <a:xfrm>
              <a:off x="4347" y="2229"/>
              <a:ext cx="680" cy="272"/>
              <a:chOff x="4347" y="2229"/>
              <a:chExt cx="680" cy="272"/>
            </a:xfrm>
          </p:grpSpPr>
          <p:grpSp>
            <p:nvGrpSpPr>
              <p:cNvPr id="446" name="Google Shape;446;p18"/>
              <p:cNvGrpSpPr/>
              <p:nvPr/>
            </p:nvGrpSpPr>
            <p:grpSpPr>
              <a:xfrm>
                <a:off x="4347" y="2229"/>
                <a:ext cx="680" cy="272"/>
                <a:chOff x="4347" y="2229"/>
                <a:chExt cx="680" cy="272"/>
              </a:xfrm>
            </p:grpSpPr>
            <p:grpSp>
              <p:nvGrpSpPr>
                <p:cNvPr id="447" name="Google Shape;447;p18"/>
                <p:cNvGrpSpPr/>
                <p:nvPr/>
              </p:nvGrpSpPr>
              <p:grpSpPr>
                <a:xfrm>
                  <a:off x="4347" y="2229"/>
                  <a:ext cx="680" cy="272"/>
                  <a:chOff x="4347" y="2229"/>
                  <a:chExt cx="680" cy="272"/>
                </a:xfrm>
              </p:grpSpPr>
              <p:sp>
                <p:nvSpPr>
                  <p:cNvPr id="448" name="Google Shape;448;p18"/>
                  <p:cNvSpPr/>
                  <p:nvPr/>
                </p:nvSpPr>
                <p:spPr>
                  <a:xfrm>
                    <a:off x="4347" y="2229"/>
                    <a:ext cx="680" cy="272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00008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" name="Google Shape;449;p18"/>
                  <p:cNvSpPr/>
                  <p:nvPr/>
                </p:nvSpPr>
                <p:spPr>
                  <a:xfrm>
                    <a:off x="4356" y="2238"/>
                    <a:ext cx="660" cy="253"/>
                  </a:xfrm>
                  <a:prstGeom prst="rect">
                    <a:avLst/>
                  </a:prstGeom>
                  <a:solidFill>
                    <a:srgbClr val="BFDFFF"/>
                  </a:solidFill>
                  <a:ln cap="flat" cmpd="sng" w="12700">
                    <a:solidFill>
                      <a:srgbClr val="00008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0" name="Google Shape;450;p18"/>
                <p:cNvSpPr/>
                <p:nvPr/>
              </p:nvSpPr>
              <p:spPr>
                <a:xfrm>
                  <a:off x="4356" y="2242"/>
                  <a:ext cx="660" cy="4"/>
                </a:xfrm>
                <a:prstGeom prst="rect">
                  <a:avLst/>
                </a:prstGeom>
                <a:solidFill>
                  <a:srgbClr val="0000FF"/>
                </a:solidFill>
                <a:ln cap="flat" cmpd="sng" w="12700">
                  <a:solidFill>
                    <a:srgbClr val="00008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451" name="Google Shape;451;p18"/>
              <p:cNvCxnSpPr/>
              <p:nvPr/>
            </p:nvCxnSpPr>
            <p:spPr>
              <a:xfrm>
                <a:off x="4832" y="2305"/>
                <a:ext cx="12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2" name="Google Shape;452;p18"/>
              <p:cNvSpPr/>
              <p:nvPr/>
            </p:nvSpPr>
            <p:spPr>
              <a:xfrm>
                <a:off x="4498" y="2330"/>
                <a:ext cx="394" cy="14"/>
              </a:xfrm>
              <a:custGeom>
                <a:rect b="b" l="l" r="r" t="t"/>
                <a:pathLst>
                  <a:path extrusionOk="0" h="14" w="394">
                    <a:moveTo>
                      <a:pt x="0" y="13"/>
                    </a:moveTo>
                    <a:lnTo>
                      <a:pt x="393" y="13"/>
                    </a:lnTo>
                    <a:lnTo>
                      <a:pt x="393" y="0"/>
                    </a:lnTo>
                  </a:path>
                </a:pathLst>
              </a:custGeom>
              <a:noFill/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8"/>
              <p:cNvSpPr/>
              <p:nvPr/>
            </p:nvSpPr>
            <p:spPr>
              <a:xfrm>
                <a:off x="4913" y="2327"/>
                <a:ext cx="86" cy="12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4" name="Google Shape;454;p18"/>
              <p:cNvCxnSpPr/>
              <p:nvPr/>
            </p:nvCxnSpPr>
            <p:spPr>
              <a:xfrm rot="10800000">
                <a:off x="4362" y="2369"/>
                <a:ext cx="59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18"/>
              <p:cNvCxnSpPr/>
              <p:nvPr/>
            </p:nvCxnSpPr>
            <p:spPr>
              <a:xfrm>
                <a:off x="4422" y="2458"/>
                <a:ext cx="227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18"/>
              <p:cNvCxnSpPr/>
              <p:nvPr/>
            </p:nvCxnSpPr>
            <p:spPr>
              <a:xfrm>
                <a:off x="4710" y="2458"/>
                <a:ext cx="283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57" name="Google Shape;457;p18"/>
              <p:cNvGrpSpPr/>
              <p:nvPr/>
            </p:nvGrpSpPr>
            <p:grpSpPr>
              <a:xfrm>
                <a:off x="4371" y="2474"/>
                <a:ext cx="377" cy="11"/>
                <a:chOff x="4371" y="2474"/>
                <a:chExt cx="377" cy="11"/>
              </a:xfrm>
            </p:grpSpPr>
            <p:grpSp>
              <p:nvGrpSpPr>
                <p:cNvPr id="458" name="Google Shape;458;p18"/>
                <p:cNvGrpSpPr/>
                <p:nvPr/>
              </p:nvGrpSpPr>
              <p:grpSpPr>
                <a:xfrm>
                  <a:off x="4371" y="2475"/>
                  <a:ext cx="8" cy="9"/>
                  <a:chOff x="4371" y="2475"/>
                  <a:chExt cx="8" cy="9"/>
                </a:xfrm>
              </p:grpSpPr>
              <p:sp>
                <p:nvSpPr>
                  <p:cNvPr id="459" name="Google Shape;459;p18"/>
                  <p:cNvSpPr/>
                  <p:nvPr/>
                </p:nvSpPr>
                <p:spPr>
                  <a:xfrm>
                    <a:off x="4371" y="2475"/>
                    <a:ext cx="3" cy="7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0" name="Google Shape;460;p18"/>
                  <p:cNvSpPr/>
                  <p:nvPr/>
                </p:nvSpPr>
                <p:spPr>
                  <a:xfrm>
                    <a:off x="4375" y="2475"/>
                    <a:ext cx="4" cy="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1" name="Google Shape;461;p18"/>
                  <p:cNvSpPr/>
                  <p:nvPr/>
                </p:nvSpPr>
                <p:spPr>
                  <a:xfrm>
                    <a:off x="4375" y="2482"/>
                    <a:ext cx="4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62" name="Google Shape;462;p18"/>
                <p:cNvSpPr/>
                <p:nvPr/>
              </p:nvSpPr>
              <p:spPr>
                <a:xfrm>
                  <a:off x="4387" y="2478"/>
                  <a:ext cx="1" cy="2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18"/>
                <p:cNvSpPr/>
                <p:nvPr/>
              </p:nvSpPr>
              <p:spPr>
                <a:xfrm>
                  <a:off x="4402" y="2478"/>
                  <a:ext cx="1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18"/>
                <p:cNvSpPr/>
                <p:nvPr/>
              </p:nvSpPr>
              <p:spPr>
                <a:xfrm>
                  <a:off x="4419" y="2474"/>
                  <a:ext cx="10" cy="11"/>
                </a:xfrm>
                <a:custGeom>
                  <a:rect b="b" l="l" r="r" t="t"/>
                  <a:pathLst>
                    <a:path extrusionOk="0" h="11" w="10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9" y="5"/>
                      </a:lnTo>
                      <a:lnTo>
                        <a:pt x="0" y="5"/>
                      </a:lnTo>
                      <a:lnTo>
                        <a:pt x="0" y="10"/>
                      </a:lnTo>
                      <a:lnTo>
                        <a:pt x="9" y="1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5" name="Google Shape;465;p18"/>
                <p:cNvGrpSpPr/>
                <p:nvPr/>
              </p:nvGrpSpPr>
              <p:grpSpPr>
                <a:xfrm>
                  <a:off x="4432" y="2475"/>
                  <a:ext cx="4" cy="9"/>
                  <a:chOff x="4432" y="2475"/>
                  <a:chExt cx="4" cy="9"/>
                </a:xfrm>
              </p:grpSpPr>
              <p:sp>
                <p:nvSpPr>
                  <p:cNvPr id="466" name="Google Shape;466;p18"/>
                  <p:cNvSpPr/>
                  <p:nvPr/>
                </p:nvSpPr>
                <p:spPr>
                  <a:xfrm>
                    <a:off x="4433" y="2475"/>
                    <a:ext cx="3" cy="9"/>
                  </a:xfrm>
                  <a:custGeom>
                    <a:rect b="b" l="l" r="r" t="t"/>
                    <a:pathLst>
                      <a:path extrusionOk="0" h="9" w="3">
                        <a:moveTo>
                          <a:pt x="0" y="0"/>
                        </a:moveTo>
                        <a:lnTo>
                          <a:pt x="2" y="0"/>
                        </a:lnTo>
                        <a:lnTo>
                          <a:pt x="2" y="8"/>
                        </a:lnTo>
                      </a:path>
                    </a:pathLst>
                  </a:custGeom>
                  <a:noFill/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7" name="Google Shape;467;p18"/>
                  <p:cNvSpPr/>
                  <p:nvPr/>
                </p:nvSpPr>
                <p:spPr>
                  <a:xfrm>
                    <a:off x="4432" y="2481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68" name="Google Shape;468;p18"/>
                <p:cNvSpPr/>
                <p:nvPr/>
              </p:nvSpPr>
              <p:spPr>
                <a:xfrm>
                  <a:off x="4442" y="2477"/>
                  <a:ext cx="2" cy="2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18"/>
                <p:cNvSpPr/>
                <p:nvPr/>
              </p:nvSpPr>
              <p:spPr>
                <a:xfrm>
                  <a:off x="4456" y="2478"/>
                  <a:ext cx="2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18"/>
                <p:cNvSpPr/>
                <p:nvPr/>
              </p:nvSpPr>
              <p:spPr>
                <a:xfrm>
                  <a:off x="4475" y="2475"/>
                  <a:ext cx="9" cy="10"/>
                </a:xfrm>
                <a:custGeom>
                  <a:rect b="b" l="l" r="r" t="t"/>
                  <a:pathLst>
                    <a:path extrusionOk="0" h="10" w="9">
                      <a:moveTo>
                        <a:pt x="4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8" y="9"/>
                      </a:lnTo>
                      <a:lnTo>
                        <a:pt x="8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18"/>
                <p:cNvSpPr/>
                <p:nvPr/>
              </p:nvSpPr>
              <p:spPr>
                <a:xfrm>
                  <a:off x="4490" y="2475"/>
                  <a:ext cx="10" cy="10"/>
                </a:xfrm>
                <a:custGeom>
                  <a:rect b="b" l="l" r="r" t="t"/>
                  <a:pathLst>
                    <a:path extrusionOk="0" h="10" w="10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9" y="9"/>
                      </a:lnTo>
                      <a:lnTo>
                        <a:pt x="9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2" name="Google Shape;472;p18"/>
                <p:cNvGrpSpPr/>
                <p:nvPr/>
              </p:nvGrpSpPr>
              <p:grpSpPr>
                <a:xfrm>
                  <a:off x="4504" y="2475"/>
                  <a:ext cx="8" cy="8"/>
                  <a:chOff x="4504" y="2475"/>
                  <a:chExt cx="8" cy="8"/>
                </a:xfrm>
              </p:grpSpPr>
              <p:sp>
                <p:nvSpPr>
                  <p:cNvPr id="473" name="Google Shape;473;p18"/>
                  <p:cNvSpPr/>
                  <p:nvPr/>
                </p:nvSpPr>
                <p:spPr>
                  <a:xfrm>
                    <a:off x="4504" y="2475"/>
                    <a:ext cx="1" cy="7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" name="Google Shape;474;p18"/>
                  <p:cNvSpPr/>
                  <p:nvPr/>
                </p:nvSpPr>
                <p:spPr>
                  <a:xfrm>
                    <a:off x="4509" y="2475"/>
                    <a:ext cx="3" cy="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18"/>
                  <p:cNvSpPr/>
                  <p:nvPr/>
                </p:nvSpPr>
                <p:spPr>
                  <a:xfrm>
                    <a:off x="4509" y="2481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6" name="Google Shape;476;p18"/>
                <p:cNvSpPr/>
                <p:nvPr/>
              </p:nvSpPr>
              <p:spPr>
                <a:xfrm>
                  <a:off x="4528" y="2475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3" y="9"/>
                      </a:moveTo>
                      <a:lnTo>
                        <a:pt x="3" y="4"/>
                      </a:lnTo>
                      <a:lnTo>
                        <a:pt x="7" y="3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18"/>
                <p:cNvSpPr/>
                <p:nvPr/>
              </p:nvSpPr>
              <p:spPr>
                <a:xfrm>
                  <a:off x="4541" y="2475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3" y="9"/>
                      </a:moveTo>
                      <a:lnTo>
                        <a:pt x="3" y="4"/>
                      </a:lnTo>
                      <a:lnTo>
                        <a:pt x="6" y="3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18"/>
                <p:cNvSpPr/>
                <p:nvPr/>
              </p:nvSpPr>
              <p:spPr>
                <a:xfrm>
                  <a:off x="4556" y="2477"/>
                  <a:ext cx="1" cy="2"/>
                </a:xfrm>
                <a:prstGeom prst="roundRect">
                  <a:avLst>
                    <a:gd fmla="val 49014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18"/>
                <p:cNvSpPr/>
                <p:nvPr/>
              </p:nvSpPr>
              <p:spPr>
                <a:xfrm>
                  <a:off x="4592" y="2475"/>
                  <a:ext cx="12" cy="10"/>
                </a:xfrm>
                <a:custGeom>
                  <a:rect b="b" l="l" r="r" t="t"/>
                  <a:pathLst>
                    <a:path extrusionOk="0" h="10" w="12">
                      <a:moveTo>
                        <a:pt x="5" y="7"/>
                      </a:moveTo>
                      <a:lnTo>
                        <a:pt x="5" y="9"/>
                      </a:lnTo>
                      <a:lnTo>
                        <a:pt x="11" y="9"/>
                      </a:ln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10" y="4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18"/>
                <p:cNvSpPr/>
                <p:nvPr/>
              </p:nvSpPr>
              <p:spPr>
                <a:xfrm>
                  <a:off x="4611" y="2475"/>
                  <a:ext cx="9" cy="10"/>
                </a:xfrm>
                <a:custGeom>
                  <a:rect b="b" l="l" r="r" t="t"/>
                  <a:pathLst>
                    <a:path extrusionOk="0" h="10" w="9">
                      <a:moveTo>
                        <a:pt x="4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8" y="9"/>
                      </a:lnTo>
                      <a:lnTo>
                        <a:pt x="8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18"/>
                <p:cNvSpPr/>
                <p:nvPr/>
              </p:nvSpPr>
              <p:spPr>
                <a:xfrm>
                  <a:off x="4568" y="2475"/>
                  <a:ext cx="1" cy="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18"/>
                <p:cNvSpPr/>
                <p:nvPr/>
              </p:nvSpPr>
              <p:spPr>
                <a:xfrm>
                  <a:off x="4571" y="2475"/>
                  <a:ext cx="2" cy="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18"/>
                <p:cNvSpPr/>
                <p:nvPr/>
              </p:nvSpPr>
              <p:spPr>
                <a:xfrm>
                  <a:off x="4576" y="2475"/>
                  <a:ext cx="5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18"/>
                <p:cNvSpPr/>
                <p:nvPr/>
              </p:nvSpPr>
              <p:spPr>
                <a:xfrm>
                  <a:off x="4626" y="2475"/>
                  <a:ext cx="10" cy="10"/>
                </a:xfrm>
                <a:custGeom>
                  <a:rect b="b" l="l" r="r" t="t"/>
                  <a:pathLst>
                    <a:path extrusionOk="0" h="10" w="10">
                      <a:moveTo>
                        <a:pt x="9" y="9"/>
                      </a:moveTo>
                      <a:lnTo>
                        <a:pt x="9" y="0"/>
                      </a:lnTo>
                      <a:lnTo>
                        <a:pt x="9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18"/>
                <p:cNvSpPr/>
                <p:nvPr/>
              </p:nvSpPr>
              <p:spPr>
                <a:xfrm>
                  <a:off x="4644" y="2478"/>
                  <a:ext cx="2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18"/>
                <p:cNvSpPr/>
                <p:nvPr/>
              </p:nvSpPr>
              <p:spPr>
                <a:xfrm>
                  <a:off x="4656" y="2475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3" y="9"/>
                      </a:moveTo>
                      <a:lnTo>
                        <a:pt x="3" y="4"/>
                      </a:lnTo>
                      <a:lnTo>
                        <a:pt x="7" y="3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18"/>
                <p:cNvSpPr/>
                <p:nvPr/>
              </p:nvSpPr>
              <p:spPr>
                <a:xfrm>
                  <a:off x="4670" y="2475"/>
                  <a:ext cx="9" cy="10"/>
                </a:xfrm>
                <a:custGeom>
                  <a:rect b="b" l="l" r="r" t="t"/>
                  <a:pathLst>
                    <a:path extrusionOk="0" h="10" w="9">
                      <a:moveTo>
                        <a:pt x="4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8" y="9"/>
                      </a:lnTo>
                      <a:lnTo>
                        <a:pt x="8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18"/>
                <p:cNvSpPr/>
                <p:nvPr/>
              </p:nvSpPr>
              <p:spPr>
                <a:xfrm>
                  <a:off x="4683" y="2475"/>
                  <a:ext cx="1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" name="Google Shape;489;p18"/>
                <p:cNvSpPr/>
                <p:nvPr/>
              </p:nvSpPr>
              <p:spPr>
                <a:xfrm>
                  <a:off x="4687" y="2475"/>
                  <a:ext cx="2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" name="Google Shape;490;p18"/>
                <p:cNvSpPr/>
                <p:nvPr/>
              </p:nvSpPr>
              <p:spPr>
                <a:xfrm>
                  <a:off x="4691" y="2474"/>
                  <a:ext cx="5" cy="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1" name="Google Shape;491;p18"/>
                <p:cNvGrpSpPr/>
                <p:nvPr/>
              </p:nvGrpSpPr>
              <p:grpSpPr>
                <a:xfrm>
                  <a:off x="4711" y="2474"/>
                  <a:ext cx="37" cy="11"/>
                  <a:chOff x="4711" y="2474"/>
                  <a:chExt cx="37" cy="11"/>
                </a:xfrm>
              </p:grpSpPr>
              <p:sp>
                <p:nvSpPr>
                  <p:cNvPr id="492" name="Google Shape;492;p18"/>
                  <p:cNvSpPr/>
                  <p:nvPr/>
                </p:nvSpPr>
                <p:spPr>
                  <a:xfrm>
                    <a:off x="4723" y="2482"/>
                    <a:ext cx="2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93" name="Google Shape;493;p18"/>
                  <p:cNvGrpSpPr/>
                  <p:nvPr/>
                </p:nvGrpSpPr>
                <p:grpSpPr>
                  <a:xfrm>
                    <a:off x="4711" y="2474"/>
                    <a:ext cx="37" cy="11"/>
                    <a:chOff x="4711" y="2474"/>
                    <a:chExt cx="37" cy="11"/>
                  </a:xfrm>
                </p:grpSpPr>
                <p:sp>
                  <p:nvSpPr>
                    <p:cNvPr id="494" name="Google Shape;494;p18"/>
                    <p:cNvSpPr/>
                    <p:nvPr/>
                  </p:nvSpPr>
                  <p:spPr>
                    <a:xfrm>
                      <a:off x="4711" y="2474"/>
                      <a:ext cx="10" cy="11"/>
                    </a:xfrm>
                    <a:custGeom>
                      <a:rect b="b" l="l" r="r" t="t"/>
                      <a:pathLst>
                        <a:path extrusionOk="0" h="11" w="10">
                          <a:moveTo>
                            <a:pt x="0" y="0"/>
                          </a:moveTo>
                          <a:lnTo>
                            <a:pt x="9" y="0"/>
                          </a:lnTo>
                          <a:lnTo>
                            <a:pt x="9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9" y="10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" name="Google Shape;495;p18"/>
                    <p:cNvSpPr/>
                    <p:nvPr/>
                  </p:nvSpPr>
                  <p:spPr>
                    <a:xfrm>
                      <a:off x="4724" y="2475"/>
                      <a:ext cx="2" cy="10"/>
                    </a:xfrm>
                    <a:custGeom>
                      <a:rect b="b" l="l" r="r" t="t"/>
                      <a:pathLst>
                        <a:path extrusionOk="0" h="10" w="2">
                          <a:moveTo>
                            <a:pt x="0" y="0"/>
                          </a:moveTo>
                          <a:lnTo>
                            <a:pt x="1" y="0"/>
                          </a:lnTo>
                          <a:lnTo>
                            <a:pt x="1" y="9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6" name="Google Shape;496;p18"/>
                    <p:cNvSpPr/>
                    <p:nvPr/>
                  </p:nvSpPr>
                  <p:spPr>
                    <a:xfrm>
                      <a:off x="4732" y="2474"/>
                      <a:ext cx="9" cy="11"/>
                    </a:xfrm>
                    <a:custGeom>
                      <a:rect b="b" l="l" r="r" t="t"/>
                      <a:pathLst>
                        <a:path extrusionOk="0" h="11" w="9">
                          <a:moveTo>
                            <a:pt x="0" y="0"/>
                          </a:moveTo>
                          <a:lnTo>
                            <a:pt x="8" y="0"/>
                          </a:lnTo>
                          <a:lnTo>
                            <a:pt x="8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8" y="10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97" name="Google Shape;497;p18"/>
                    <p:cNvGrpSpPr/>
                    <p:nvPr/>
                  </p:nvGrpSpPr>
                  <p:grpSpPr>
                    <a:xfrm>
                      <a:off x="4743" y="2475"/>
                      <a:ext cx="5" cy="10"/>
                      <a:chOff x="4743" y="2475"/>
                      <a:chExt cx="5" cy="10"/>
                    </a:xfrm>
                  </p:grpSpPr>
                  <p:sp>
                    <p:nvSpPr>
                      <p:cNvPr id="498" name="Google Shape;498;p18"/>
                      <p:cNvSpPr/>
                      <p:nvPr/>
                    </p:nvSpPr>
                    <p:spPr>
                      <a:xfrm>
                        <a:off x="4744" y="2475"/>
                        <a:ext cx="4" cy="10"/>
                      </a:xfrm>
                      <a:custGeom>
                        <a:rect b="b" l="l" r="r" t="t"/>
                        <a:pathLst>
                          <a:path extrusionOk="0" h="10" w="4">
                            <a:moveTo>
                              <a:pt x="0" y="0"/>
                            </a:moveTo>
                            <a:lnTo>
                              <a:pt x="3" y="0"/>
                            </a:lnTo>
                            <a:lnTo>
                              <a:pt x="3" y="9"/>
                            </a:lnTo>
                          </a:path>
                        </a:pathLst>
                      </a:custGeom>
                      <a:noFill/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9" name="Google Shape;499;p18"/>
                      <p:cNvSpPr/>
                      <p:nvPr/>
                    </p:nvSpPr>
                    <p:spPr>
                      <a:xfrm>
                        <a:off x="4743" y="2482"/>
                        <a:ext cx="5" cy="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500" name="Google Shape;500;p18"/>
              <p:cNvGrpSpPr/>
              <p:nvPr/>
            </p:nvGrpSpPr>
            <p:grpSpPr>
              <a:xfrm>
                <a:off x="4953" y="2255"/>
                <a:ext cx="51" cy="17"/>
                <a:chOff x="4953" y="2255"/>
                <a:chExt cx="51" cy="17"/>
              </a:xfrm>
            </p:grpSpPr>
            <p:sp>
              <p:nvSpPr>
                <p:cNvPr id="501" name="Google Shape;501;p18"/>
                <p:cNvSpPr/>
                <p:nvPr/>
              </p:nvSpPr>
              <p:spPr>
                <a:xfrm>
                  <a:off x="4953" y="2255"/>
                  <a:ext cx="10" cy="17"/>
                </a:xfrm>
                <a:custGeom>
                  <a:rect b="b" l="l" r="r" t="t"/>
                  <a:pathLst>
                    <a:path extrusionOk="0" h="17" w="10">
                      <a:moveTo>
                        <a:pt x="0" y="5"/>
                      </a:moveTo>
                      <a:lnTo>
                        <a:pt x="3" y="5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0" y="13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9" y="13"/>
                      </a:lnTo>
                      <a:lnTo>
                        <a:pt x="4" y="13"/>
                      </a:lnTo>
                      <a:lnTo>
                        <a:pt x="9" y="6"/>
                      </a:lnTo>
                      <a:lnTo>
                        <a:pt x="9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18"/>
                <p:cNvSpPr/>
                <p:nvPr/>
              </p:nvSpPr>
              <p:spPr>
                <a:xfrm>
                  <a:off x="4967" y="2255"/>
                  <a:ext cx="11" cy="17"/>
                </a:xfrm>
                <a:custGeom>
                  <a:rect b="b" l="l" r="r" t="t"/>
                  <a:pathLst>
                    <a:path extrusionOk="0" h="17" w="11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2"/>
                      </a:lnTo>
                      <a:lnTo>
                        <a:pt x="10" y="13"/>
                      </a:lnTo>
                      <a:lnTo>
                        <a:pt x="7" y="16"/>
                      </a:lnTo>
                      <a:lnTo>
                        <a:pt x="3" y="16"/>
                      </a:lnTo>
                      <a:lnTo>
                        <a:pt x="0" y="13"/>
                      </a:lnTo>
                      <a:lnTo>
                        <a:pt x="4" y="13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13"/>
                      </a:lnTo>
                      <a:lnTo>
                        <a:pt x="4" y="13"/>
                      </a:lnTo>
                      <a:lnTo>
                        <a:pt x="0" y="13"/>
                      </a:lnTo>
                      <a:lnTo>
                        <a:pt x="0" y="2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18"/>
                <p:cNvSpPr/>
                <p:nvPr/>
              </p:nvSpPr>
              <p:spPr>
                <a:xfrm>
                  <a:off x="4980" y="2255"/>
                  <a:ext cx="13" cy="17"/>
                </a:xfrm>
                <a:custGeom>
                  <a:rect b="b" l="l" r="r" t="t"/>
                  <a:pathLst>
                    <a:path extrusionOk="0" h="17" w="13">
                      <a:moveTo>
                        <a:pt x="7" y="0"/>
                      </a:move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2" y="10"/>
                      </a:lnTo>
                      <a:lnTo>
                        <a:pt x="12" y="13"/>
                      </a:lnTo>
                      <a:lnTo>
                        <a:pt x="11" y="13"/>
                      </a:lnTo>
                      <a:lnTo>
                        <a:pt x="11" y="16"/>
                      </a:lnTo>
                      <a:lnTo>
                        <a:pt x="7" y="16"/>
                      </a:lnTo>
                      <a:lnTo>
                        <a:pt x="7" y="13"/>
                      </a:lnTo>
                      <a:lnTo>
                        <a:pt x="7" y="10"/>
                      </a:lnTo>
                      <a:lnTo>
                        <a:pt x="4" y="10"/>
                      </a:lnTo>
                      <a:lnTo>
                        <a:pt x="7" y="6"/>
                      </a:lnTo>
                      <a:lnTo>
                        <a:pt x="7" y="10"/>
                      </a:lnTo>
                      <a:lnTo>
                        <a:pt x="7" y="13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18"/>
                <p:cNvSpPr/>
                <p:nvPr/>
              </p:nvSpPr>
              <p:spPr>
                <a:xfrm>
                  <a:off x="4994" y="2255"/>
                  <a:ext cx="10" cy="17"/>
                </a:xfrm>
                <a:custGeom>
                  <a:rect b="b" l="l" r="r" t="t"/>
                  <a:pathLst>
                    <a:path extrusionOk="0" h="17" w="10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9" y="2"/>
                      </a:lnTo>
                      <a:lnTo>
                        <a:pt x="9" y="6"/>
                      </a:lnTo>
                      <a:lnTo>
                        <a:pt x="8" y="8"/>
                      </a:lnTo>
                      <a:lnTo>
                        <a:pt x="9" y="10"/>
                      </a:lnTo>
                      <a:lnTo>
                        <a:pt x="5" y="10"/>
                      </a:lnTo>
                      <a:lnTo>
                        <a:pt x="5" y="5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13"/>
                      </a:lnTo>
                      <a:lnTo>
                        <a:pt x="3" y="13"/>
                      </a:lnTo>
                      <a:lnTo>
                        <a:pt x="3" y="10"/>
                      </a:lnTo>
                      <a:lnTo>
                        <a:pt x="5" y="10"/>
                      </a:lnTo>
                      <a:lnTo>
                        <a:pt x="9" y="10"/>
                      </a:lnTo>
                      <a:lnTo>
                        <a:pt x="9" y="14"/>
                      </a:lnTo>
                      <a:lnTo>
                        <a:pt x="7" y="16"/>
                      </a:lnTo>
                      <a:lnTo>
                        <a:pt x="2" y="16"/>
                      </a:lnTo>
                      <a:lnTo>
                        <a:pt x="0" y="14"/>
                      </a:lnTo>
                      <a:lnTo>
                        <a:pt x="0" y="10"/>
                      </a:lnTo>
                      <a:lnTo>
                        <a:pt x="1" y="8"/>
                      </a:lnTo>
                      <a:lnTo>
                        <a:pt x="0" y="6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5" name="Google Shape;505;p18"/>
              <p:cNvSpPr/>
              <p:nvPr/>
            </p:nvSpPr>
            <p:spPr>
              <a:xfrm>
                <a:off x="4894" y="2320"/>
                <a:ext cx="12" cy="24"/>
              </a:xfrm>
              <a:custGeom>
                <a:rect b="b" l="l" r="r" t="t"/>
                <a:pathLst>
                  <a:path extrusionOk="0" h="24" w="12">
                    <a:moveTo>
                      <a:pt x="3" y="23"/>
                    </a:moveTo>
                    <a:lnTo>
                      <a:pt x="4" y="23"/>
                    </a:lnTo>
                    <a:lnTo>
                      <a:pt x="4" y="21"/>
                    </a:lnTo>
                    <a:lnTo>
                      <a:pt x="7" y="21"/>
                    </a:lnTo>
                    <a:lnTo>
                      <a:pt x="7" y="23"/>
                    </a:lnTo>
                    <a:lnTo>
                      <a:pt x="8" y="23"/>
                    </a:lnTo>
                    <a:lnTo>
                      <a:pt x="8" y="21"/>
                    </a:lnTo>
                    <a:lnTo>
                      <a:pt x="11" y="18"/>
                    </a:lnTo>
                    <a:lnTo>
                      <a:pt x="11" y="12"/>
                    </a:lnTo>
                    <a:lnTo>
                      <a:pt x="7" y="10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11" y="8"/>
                    </a:lnTo>
                    <a:lnTo>
                      <a:pt x="11" y="5"/>
                    </a:lnTo>
                    <a:lnTo>
                      <a:pt x="8" y="3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7" y="3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11"/>
                    </a:lnTo>
                    <a:lnTo>
                      <a:pt x="4" y="14"/>
                    </a:lnTo>
                    <a:lnTo>
                      <a:pt x="7" y="14"/>
                    </a:lnTo>
                    <a:lnTo>
                      <a:pt x="7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3" y="21"/>
                    </a:lnTo>
                    <a:lnTo>
                      <a:pt x="3" y="2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6" name="Google Shape;506;p18"/>
              <p:cNvGrpSpPr/>
              <p:nvPr/>
            </p:nvGrpSpPr>
            <p:grpSpPr>
              <a:xfrm>
                <a:off x="4387" y="2258"/>
                <a:ext cx="119" cy="18"/>
                <a:chOff x="4387" y="2258"/>
                <a:chExt cx="119" cy="18"/>
              </a:xfrm>
            </p:grpSpPr>
            <p:grpSp>
              <p:nvGrpSpPr>
                <p:cNvPr id="507" name="Google Shape;507;p18"/>
                <p:cNvGrpSpPr/>
                <p:nvPr/>
              </p:nvGrpSpPr>
              <p:grpSpPr>
                <a:xfrm>
                  <a:off x="4387" y="2258"/>
                  <a:ext cx="38" cy="18"/>
                  <a:chOff x="4387" y="2258"/>
                  <a:chExt cx="38" cy="18"/>
                </a:xfrm>
              </p:grpSpPr>
              <p:sp>
                <p:nvSpPr>
                  <p:cNvPr id="508" name="Google Shape;508;p18"/>
                  <p:cNvSpPr/>
                  <p:nvPr/>
                </p:nvSpPr>
                <p:spPr>
                  <a:xfrm>
                    <a:off x="4387" y="2259"/>
                    <a:ext cx="9" cy="17"/>
                  </a:xfrm>
                  <a:custGeom>
                    <a:rect b="b" l="l" r="r" t="t"/>
                    <a:pathLst>
                      <a:path extrusionOk="0" h="17" w="9">
                        <a:moveTo>
                          <a:pt x="0" y="0"/>
                        </a:moveTo>
                        <a:lnTo>
                          <a:pt x="6" y="0"/>
                        </a:lnTo>
                        <a:lnTo>
                          <a:pt x="8" y="2"/>
                        </a:lnTo>
                        <a:lnTo>
                          <a:pt x="8" y="6"/>
                        </a:lnTo>
                        <a:lnTo>
                          <a:pt x="7" y="8"/>
                        </a:lnTo>
                        <a:lnTo>
                          <a:pt x="8" y="9"/>
                        </a:lnTo>
                        <a:lnTo>
                          <a:pt x="8" y="14"/>
                        </a:lnTo>
                        <a:lnTo>
                          <a:pt x="6" y="16"/>
                        </a:lnTo>
                        <a:lnTo>
                          <a:pt x="0" y="16"/>
                        </a:lnTo>
                        <a:lnTo>
                          <a:pt x="0" y="10"/>
                        </a:lnTo>
                        <a:lnTo>
                          <a:pt x="3" y="10"/>
                        </a:lnTo>
                        <a:lnTo>
                          <a:pt x="3" y="13"/>
                        </a:lnTo>
                        <a:lnTo>
                          <a:pt x="5" y="13"/>
                        </a:lnTo>
                        <a:lnTo>
                          <a:pt x="5" y="10"/>
                        </a:lnTo>
                        <a:lnTo>
                          <a:pt x="3" y="10"/>
                        </a:lnTo>
                        <a:lnTo>
                          <a:pt x="3" y="6"/>
                        </a:lnTo>
                        <a:lnTo>
                          <a:pt x="5" y="6"/>
                        </a:lnTo>
                        <a:lnTo>
                          <a:pt x="5" y="3"/>
                        </a:lnTo>
                        <a:lnTo>
                          <a:pt x="3" y="3"/>
                        </a:lnTo>
                        <a:lnTo>
                          <a:pt x="3" y="6"/>
                        </a:lnTo>
                        <a:lnTo>
                          <a:pt x="3" y="10"/>
                        </a:lnTo>
                        <a:lnTo>
                          <a:pt x="0" y="1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18"/>
                  <p:cNvSpPr/>
                  <p:nvPr/>
                </p:nvSpPr>
                <p:spPr>
                  <a:xfrm>
                    <a:off x="4399" y="2258"/>
                    <a:ext cx="12" cy="18"/>
                  </a:xfrm>
                  <a:custGeom>
                    <a:rect b="b" l="l" r="r" t="t"/>
                    <a:pathLst>
                      <a:path extrusionOk="0" h="18" w="12">
                        <a:moveTo>
                          <a:pt x="3" y="0"/>
                        </a:moveTo>
                        <a:lnTo>
                          <a:pt x="8" y="0"/>
                        </a:lnTo>
                        <a:lnTo>
                          <a:pt x="11" y="3"/>
                        </a:lnTo>
                        <a:lnTo>
                          <a:pt x="11" y="13"/>
                        </a:lnTo>
                        <a:lnTo>
                          <a:pt x="8" y="16"/>
                        </a:lnTo>
                        <a:lnTo>
                          <a:pt x="7" y="16"/>
                        </a:lnTo>
                        <a:lnTo>
                          <a:pt x="7" y="17"/>
                        </a:lnTo>
                        <a:lnTo>
                          <a:pt x="4" y="17"/>
                        </a:lnTo>
                        <a:lnTo>
                          <a:pt x="4" y="16"/>
                        </a:lnTo>
                        <a:lnTo>
                          <a:pt x="3" y="16"/>
                        </a:lnTo>
                        <a:lnTo>
                          <a:pt x="0" y="13"/>
                        </a:lnTo>
                        <a:lnTo>
                          <a:pt x="4" y="13"/>
                        </a:lnTo>
                        <a:lnTo>
                          <a:pt x="7" y="13"/>
                        </a:lnTo>
                        <a:lnTo>
                          <a:pt x="7" y="3"/>
                        </a:lnTo>
                        <a:lnTo>
                          <a:pt x="4" y="3"/>
                        </a:lnTo>
                        <a:lnTo>
                          <a:pt x="4" y="13"/>
                        </a:lnTo>
                        <a:lnTo>
                          <a:pt x="0" y="13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" name="Google Shape;510;p18"/>
                  <p:cNvSpPr/>
                  <p:nvPr/>
                </p:nvSpPr>
                <p:spPr>
                  <a:xfrm>
                    <a:off x="4415" y="2259"/>
                    <a:ext cx="10" cy="17"/>
                  </a:xfrm>
                  <a:custGeom>
                    <a:rect b="b" l="l" r="r" t="t"/>
                    <a:pathLst>
                      <a:path extrusionOk="0" h="17" w="10">
                        <a:moveTo>
                          <a:pt x="0" y="0"/>
                        </a:moveTo>
                        <a:lnTo>
                          <a:pt x="7" y="0"/>
                        </a:lnTo>
                        <a:lnTo>
                          <a:pt x="9" y="2"/>
                        </a:lnTo>
                        <a:lnTo>
                          <a:pt x="9" y="6"/>
                        </a:lnTo>
                        <a:lnTo>
                          <a:pt x="7" y="8"/>
                        </a:lnTo>
                        <a:lnTo>
                          <a:pt x="9" y="9"/>
                        </a:lnTo>
                        <a:lnTo>
                          <a:pt x="9" y="14"/>
                        </a:lnTo>
                        <a:lnTo>
                          <a:pt x="7" y="16"/>
                        </a:lnTo>
                        <a:lnTo>
                          <a:pt x="0" y="16"/>
                        </a:lnTo>
                        <a:lnTo>
                          <a:pt x="0" y="10"/>
                        </a:lnTo>
                        <a:lnTo>
                          <a:pt x="3" y="10"/>
                        </a:lnTo>
                        <a:lnTo>
                          <a:pt x="3" y="13"/>
                        </a:lnTo>
                        <a:lnTo>
                          <a:pt x="5" y="13"/>
                        </a:lnTo>
                        <a:lnTo>
                          <a:pt x="5" y="10"/>
                        </a:lnTo>
                        <a:lnTo>
                          <a:pt x="3" y="10"/>
                        </a:lnTo>
                        <a:lnTo>
                          <a:pt x="3" y="6"/>
                        </a:lnTo>
                        <a:lnTo>
                          <a:pt x="5" y="6"/>
                        </a:lnTo>
                        <a:lnTo>
                          <a:pt x="5" y="3"/>
                        </a:lnTo>
                        <a:lnTo>
                          <a:pt x="3" y="3"/>
                        </a:lnTo>
                        <a:lnTo>
                          <a:pt x="3" y="6"/>
                        </a:lnTo>
                        <a:lnTo>
                          <a:pt x="3" y="10"/>
                        </a:lnTo>
                        <a:lnTo>
                          <a:pt x="0" y="1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1" name="Google Shape;511;p18"/>
                <p:cNvGrpSpPr/>
                <p:nvPr/>
              </p:nvGrpSpPr>
              <p:grpSpPr>
                <a:xfrm>
                  <a:off x="4439" y="2258"/>
                  <a:ext cx="67" cy="18"/>
                  <a:chOff x="4439" y="2258"/>
                  <a:chExt cx="67" cy="18"/>
                </a:xfrm>
              </p:grpSpPr>
              <p:sp>
                <p:nvSpPr>
                  <p:cNvPr id="512" name="Google Shape;512;p18"/>
                  <p:cNvSpPr/>
                  <p:nvPr/>
                </p:nvSpPr>
                <p:spPr>
                  <a:xfrm>
                    <a:off x="4439" y="2258"/>
                    <a:ext cx="11" cy="18"/>
                  </a:xfrm>
                  <a:custGeom>
                    <a:rect b="b" l="l" r="r" t="t"/>
                    <a:pathLst>
                      <a:path extrusionOk="0" h="18" w="11">
                        <a:moveTo>
                          <a:pt x="6" y="0"/>
                        </a:moveTo>
                        <a:lnTo>
                          <a:pt x="10" y="0"/>
                        </a:lnTo>
                        <a:lnTo>
                          <a:pt x="10" y="14"/>
                        </a:lnTo>
                        <a:lnTo>
                          <a:pt x="7" y="17"/>
                        </a:lnTo>
                        <a:lnTo>
                          <a:pt x="3" y="17"/>
                        </a:lnTo>
                        <a:lnTo>
                          <a:pt x="0" y="15"/>
                        </a:lnTo>
                        <a:lnTo>
                          <a:pt x="0" y="10"/>
                        </a:lnTo>
                        <a:lnTo>
                          <a:pt x="4" y="10"/>
                        </a:lnTo>
                        <a:lnTo>
                          <a:pt x="4" y="14"/>
                        </a:lnTo>
                        <a:lnTo>
                          <a:pt x="6" y="14"/>
                        </a:lnTo>
                        <a:lnTo>
                          <a:pt x="6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3" name="Google Shape;513;p18"/>
                  <p:cNvSpPr/>
                  <p:nvPr/>
                </p:nvSpPr>
                <p:spPr>
                  <a:xfrm>
                    <a:off x="4453" y="2258"/>
                    <a:ext cx="12" cy="18"/>
                  </a:xfrm>
                  <a:custGeom>
                    <a:rect b="b" l="l" r="r" t="t"/>
                    <a:pathLst>
                      <a:path extrusionOk="0" h="18" w="12">
                        <a:moveTo>
                          <a:pt x="3" y="0"/>
                        </a:moveTo>
                        <a:lnTo>
                          <a:pt x="8" y="0"/>
                        </a:lnTo>
                        <a:lnTo>
                          <a:pt x="11" y="3"/>
                        </a:lnTo>
                        <a:lnTo>
                          <a:pt x="11" y="14"/>
                        </a:lnTo>
                        <a:lnTo>
                          <a:pt x="8" y="17"/>
                        </a:lnTo>
                        <a:lnTo>
                          <a:pt x="7" y="17"/>
                        </a:lnTo>
                        <a:lnTo>
                          <a:pt x="7" y="14"/>
                        </a:lnTo>
                        <a:lnTo>
                          <a:pt x="7" y="3"/>
                        </a:lnTo>
                        <a:lnTo>
                          <a:pt x="4" y="3"/>
                        </a:lnTo>
                        <a:lnTo>
                          <a:pt x="4" y="14"/>
                        </a:lnTo>
                        <a:lnTo>
                          <a:pt x="7" y="14"/>
                        </a:lnTo>
                        <a:lnTo>
                          <a:pt x="7" y="17"/>
                        </a:lnTo>
                        <a:lnTo>
                          <a:pt x="3" y="17"/>
                        </a:lnTo>
                        <a:lnTo>
                          <a:pt x="0" y="14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18"/>
                  <p:cNvSpPr/>
                  <p:nvPr/>
                </p:nvSpPr>
                <p:spPr>
                  <a:xfrm>
                    <a:off x="4468" y="2258"/>
                    <a:ext cx="13" cy="18"/>
                  </a:xfrm>
                  <a:custGeom>
                    <a:rect b="b" l="l" r="r" t="t"/>
                    <a:pathLst>
                      <a:path extrusionOk="0" h="18" w="13">
                        <a:moveTo>
                          <a:pt x="0" y="0"/>
                        </a:moveTo>
                        <a:lnTo>
                          <a:pt x="4" y="0"/>
                        </a:lnTo>
                        <a:lnTo>
                          <a:pt x="8" y="8"/>
                        </a:lnTo>
                        <a:lnTo>
                          <a:pt x="8" y="0"/>
                        </a:lnTo>
                        <a:lnTo>
                          <a:pt x="12" y="0"/>
                        </a:lnTo>
                        <a:lnTo>
                          <a:pt x="12" y="17"/>
                        </a:lnTo>
                        <a:lnTo>
                          <a:pt x="8" y="17"/>
                        </a:lnTo>
                        <a:lnTo>
                          <a:pt x="5" y="9"/>
                        </a:lnTo>
                        <a:lnTo>
                          <a:pt x="5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" name="Google Shape;515;p18"/>
                  <p:cNvSpPr/>
                  <p:nvPr/>
                </p:nvSpPr>
                <p:spPr>
                  <a:xfrm>
                    <a:off x="4483" y="2258"/>
                    <a:ext cx="11" cy="18"/>
                  </a:xfrm>
                  <a:custGeom>
                    <a:rect b="b" l="l" r="r" t="t"/>
                    <a:pathLst>
                      <a:path extrusionOk="0" h="18" w="11">
                        <a:moveTo>
                          <a:pt x="0" y="0"/>
                        </a:moveTo>
                        <a:lnTo>
                          <a:pt x="10" y="0"/>
                        </a:lnTo>
                        <a:lnTo>
                          <a:pt x="10" y="3"/>
                        </a:lnTo>
                        <a:lnTo>
                          <a:pt x="5" y="3"/>
                        </a:lnTo>
                        <a:lnTo>
                          <a:pt x="5" y="6"/>
                        </a:lnTo>
                        <a:lnTo>
                          <a:pt x="9" y="6"/>
                        </a:lnTo>
                        <a:lnTo>
                          <a:pt x="9" y="10"/>
                        </a:lnTo>
                        <a:lnTo>
                          <a:pt x="5" y="10"/>
                        </a:lnTo>
                        <a:lnTo>
                          <a:pt x="5" y="14"/>
                        </a:lnTo>
                        <a:lnTo>
                          <a:pt x="10" y="14"/>
                        </a:lnTo>
                        <a:lnTo>
                          <a:pt x="10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6" name="Google Shape;516;p18"/>
                  <p:cNvSpPr/>
                  <p:nvPr/>
                </p:nvSpPr>
                <p:spPr>
                  <a:xfrm>
                    <a:off x="4496" y="2258"/>
                    <a:ext cx="10" cy="18"/>
                  </a:xfrm>
                  <a:custGeom>
                    <a:rect b="b" l="l" r="r" t="t"/>
                    <a:pathLst>
                      <a:path extrusionOk="0" h="18" w="10">
                        <a:moveTo>
                          <a:pt x="2" y="0"/>
                        </a:moveTo>
                        <a:lnTo>
                          <a:pt x="7" y="0"/>
                        </a:lnTo>
                        <a:lnTo>
                          <a:pt x="9" y="2"/>
                        </a:lnTo>
                        <a:lnTo>
                          <a:pt x="9" y="6"/>
                        </a:lnTo>
                        <a:lnTo>
                          <a:pt x="6" y="6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7"/>
                        </a:lnTo>
                        <a:lnTo>
                          <a:pt x="7" y="7"/>
                        </a:lnTo>
                        <a:lnTo>
                          <a:pt x="6" y="7"/>
                        </a:lnTo>
                        <a:lnTo>
                          <a:pt x="9" y="10"/>
                        </a:lnTo>
                        <a:lnTo>
                          <a:pt x="9" y="15"/>
                        </a:lnTo>
                        <a:lnTo>
                          <a:pt x="7" y="17"/>
                        </a:lnTo>
                        <a:lnTo>
                          <a:pt x="2" y="17"/>
                        </a:lnTo>
                        <a:lnTo>
                          <a:pt x="0" y="15"/>
                        </a:lnTo>
                        <a:lnTo>
                          <a:pt x="0" y="12"/>
                        </a:lnTo>
                        <a:lnTo>
                          <a:pt x="3" y="12"/>
                        </a:lnTo>
                        <a:lnTo>
                          <a:pt x="3" y="14"/>
                        </a:lnTo>
                        <a:lnTo>
                          <a:pt x="6" y="14"/>
                        </a:lnTo>
                        <a:lnTo>
                          <a:pt x="6" y="11"/>
                        </a:lnTo>
                        <a:lnTo>
                          <a:pt x="3" y="11"/>
                        </a:lnTo>
                        <a:lnTo>
                          <a:pt x="0" y="8"/>
                        </a:lnTo>
                        <a:lnTo>
                          <a:pt x="0" y="2"/>
                        </a:lnTo>
                        <a:lnTo>
                          <a:pt x="2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17" name="Google Shape;517;p18"/>
              <p:cNvGrpSpPr/>
              <p:nvPr/>
            </p:nvGrpSpPr>
            <p:grpSpPr>
              <a:xfrm>
                <a:off x="4372" y="2336"/>
                <a:ext cx="119" cy="9"/>
                <a:chOff x="4372" y="2336"/>
                <a:chExt cx="119" cy="9"/>
              </a:xfrm>
            </p:grpSpPr>
            <p:sp>
              <p:nvSpPr>
                <p:cNvPr id="518" name="Google Shape;518;p18"/>
                <p:cNvSpPr/>
                <p:nvPr/>
              </p:nvSpPr>
              <p:spPr>
                <a:xfrm>
                  <a:off x="4372" y="2336"/>
                  <a:ext cx="5" cy="9"/>
                </a:xfrm>
                <a:custGeom>
                  <a:rect b="b" l="l" r="r" t="t"/>
                  <a:pathLst>
                    <a:path extrusionOk="0" h="9" w="5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4" y="4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2" y="4"/>
                      </a:lnTo>
                      <a:lnTo>
                        <a:pt x="2" y="1"/>
                      </a:lnTo>
                      <a:lnTo>
                        <a:pt x="2" y="4"/>
                      </a:lnTo>
                      <a:lnTo>
                        <a:pt x="2" y="5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8"/>
                <p:cNvSpPr/>
                <p:nvPr/>
              </p:nvSpPr>
              <p:spPr>
                <a:xfrm>
                  <a:off x="4377" y="2336"/>
                  <a:ext cx="10" cy="8"/>
                </a:xfrm>
                <a:custGeom>
                  <a:rect b="b" l="l" r="r" t="t"/>
                  <a:pathLst>
                    <a:path extrusionOk="0" h="8" w="10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9" y="7"/>
                      </a:lnTo>
                      <a:lnTo>
                        <a:pt x="6" y="7"/>
                      </a:lnTo>
                      <a:lnTo>
                        <a:pt x="5" y="6"/>
                      </a:lnTo>
                      <a:lnTo>
                        <a:pt x="5" y="5"/>
                      </a:lnTo>
                      <a:lnTo>
                        <a:pt x="5" y="1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5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8"/>
                <p:cNvSpPr/>
                <p:nvPr/>
              </p:nvSpPr>
              <p:spPr>
                <a:xfrm>
                  <a:off x="4386" y="2336"/>
                  <a:ext cx="5" cy="9"/>
                </a:xfrm>
                <a:custGeom>
                  <a:rect b="b" l="l" r="r" t="t"/>
                  <a:pathLst>
                    <a:path extrusionOk="0" h="9" w="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3" y="5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1" y="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18"/>
                <p:cNvSpPr/>
                <p:nvPr/>
              </p:nvSpPr>
              <p:spPr>
                <a:xfrm>
                  <a:off x="4394" y="2336"/>
                  <a:ext cx="6" cy="9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4" y="2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8"/>
                <p:cNvSpPr/>
                <p:nvPr/>
              </p:nvSpPr>
              <p:spPr>
                <a:xfrm>
                  <a:off x="4400" y="2336"/>
                  <a:ext cx="7" cy="8"/>
                </a:xfrm>
                <a:custGeom>
                  <a:rect b="b" l="l" r="r" t="t"/>
                  <a:pathLst>
                    <a:path extrusionOk="0" h="8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6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4" y="1"/>
                      </a:lnTo>
                      <a:lnTo>
                        <a:pt x="2" y="1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2" y="7"/>
                      </a:lnTo>
                      <a:lnTo>
                        <a:pt x="0" y="6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8"/>
                <p:cNvSpPr/>
                <p:nvPr/>
              </p:nvSpPr>
              <p:spPr>
                <a:xfrm>
                  <a:off x="4410" y="2336"/>
                  <a:ext cx="8" cy="9"/>
                </a:xfrm>
                <a:custGeom>
                  <a:rect b="b" l="l" r="r" t="t"/>
                  <a:pathLst>
                    <a:path extrusionOk="0" h="9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5" y="2"/>
                      </a:lnTo>
                      <a:lnTo>
                        <a:pt x="5" y="8"/>
                      </a:lnTo>
                      <a:lnTo>
                        <a:pt x="2" y="8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8"/>
                <p:cNvSpPr/>
                <p:nvPr/>
              </p:nvSpPr>
              <p:spPr>
                <a:xfrm>
                  <a:off x="4478" y="2336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7"/>
                      </a:lnTo>
                      <a:lnTo>
                        <a:pt x="5" y="8"/>
                      </a:lnTo>
                      <a:lnTo>
                        <a:pt x="4" y="8"/>
                      </a:lnTo>
                      <a:lnTo>
                        <a:pt x="4" y="6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8"/>
                <p:cNvSpPr/>
                <p:nvPr/>
              </p:nvSpPr>
              <p:spPr>
                <a:xfrm>
                  <a:off x="4436" y="2336"/>
                  <a:ext cx="7" cy="8"/>
                </a:xfrm>
                <a:custGeom>
                  <a:rect b="b" l="l" r="r" t="t"/>
                  <a:pathLst>
                    <a:path extrusionOk="0" h="8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6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4" y="1"/>
                      </a:lnTo>
                      <a:lnTo>
                        <a:pt x="2" y="1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2" y="7"/>
                      </a:lnTo>
                      <a:lnTo>
                        <a:pt x="0" y="6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8"/>
                <p:cNvSpPr/>
                <p:nvPr/>
              </p:nvSpPr>
              <p:spPr>
                <a:xfrm>
                  <a:off x="4417" y="2336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8"/>
                <p:cNvSpPr/>
                <p:nvPr/>
              </p:nvSpPr>
              <p:spPr>
                <a:xfrm>
                  <a:off x="4427" y="2336"/>
                  <a:ext cx="5" cy="9"/>
                </a:xfrm>
                <a:custGeom>
                  <a:rect b="b" l="l" r="r" t="t"/>
                  <a:pathLst>
                    <a:path extrusionOk="0" h="9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8"/>
                <p:cNvSpPr/>
                <p:nvPr/>
              </p:nvSpPr>
              <p:spPr>
                <a:xfrm>
                  <a:off x="4445" y="2336"/>
                  <a:ext cx="6" cy="8"/>
                </a:xfrm>
                <a:custGeom>
                  <a:rect b="b" l="l" r="r" t="t"/>
                  <a:pathLst>
                    <a:path extrusionOk="0" h="8" w="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3" y="4"/>
                      </a:lnTo>
                      <a:lnTo>
                        <a:pt x="3" y="3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7"/>
                      </a:lnTo>
                      <a:lnTo>
                        <a:pt x="0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18"/>
                <p:cNvSpPr/>
                <p:nvPr/>
              </p:nvSpPr>
              <p:spPr>
                <a:xfrm>
                  <a:off x="4453" y="2336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7"/>
                      </a:lnTo>
                      <a:lnTo>
                        <a:pt x="5" y="8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18"/>
                <p:cNvSpPr/>
                <p:nvPr/>
              </p:nvSpPr>
              <p:spPr>
                <a:xfrm>
                  <a:off x="4461" y="2336"/>
                  <a:ext cx="5" cy="9"/>
                </a:xfrm>
                <a:custGeom>
                  <a:rect b="b" l="l" r="r" t="t"/>
                  <a:pathLst>
                    <a:path extrusionOk="0" h="9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18"/>
                <p:cNvSpPr/>
                <p:nvPr/>
              </p:nvSpPr>
              <p:spPr>
                <a:xfrm>
                  <a:off x="4467" y="2336"/>
                  <a:ext cx="7" cy="9"/>
                </a:xfrm>
                <a:custGeom>
                  <a:rect b="b" l="l" r="r" t="t"/>
                  <a:pathLst>
                    <a:path extrusionOk="0" h="9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3"/>
                      </a:lnTo>
                      <a:lnTo>
                        <a:pt x="5" y="4"/>
                      </a:lnTo>
                      <a:lnTo>
                        <a:pt x="6" y="5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18"/>
                <p:cNvSpPr/>
                <p:nvPr/>
              </p:nvSpPr>
              <p:spPr>
                <a:xfrm>
                  <a:off x="4485" y="2336"/>
                  <a:ext cx="6" cy="9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3" y="5"/>
                      </a:lnTo>
                      <a:lnTo>
                        <a:pt x="3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3" name="Google Shape;533;p18"/>
              <p:cNvGrpSpPr/>
              <p:nvPr/>
            </p:nvGrpSpPr>
            <p:grpSpPr>
              <a:xfrm>
                <a:off x="4798" y="2295"/>
                <a:ext cx="27" cy="10"/>
                <a:chOff x="4798" y="2295"/>
                <a:chExt cx="27" cy="10"/>
              </a:xfrm>
            </p:grpSpPr>
            <p:sp>
              <p:nvSpPr>
                <p:cNvPr id="534" name="Google Shape;534;p18"/>
                <p:cNvSpPr/>
                <p:nvPr/>
              </p:nvSpPr>
              <p:spPr>
                <a:xfrm>
                  <a:off x="4798" y="2295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18"/>
                <p:cNvSpPr/>
                <p:nvPr/>
              </p:nvSpPr>
              <p:spPr>
                <a:xfrm>
                  <a:off x="4804" y="2295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7" y="9"/>
                      </a:lnTo>
                      <a:lnTo>
                        <a:pt x="5" y="9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4" y="1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3" y="7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18"/>
                <p:cNvSpPr/>
                <p:nvPr/>
              </p:nvSpPr>
              <p:spPr>
                <a:xfrm>
                  <a:off x="4812" y="2295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3" y="2"/>
                      </a:lnTo>
                      <a:lnTo>
                        <a:pt x="3" y="9"/>
                      </a:lnTo>
                      <a:lnTo>
                        <a:pt x="1" y="9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18"/>
                <p:cNvSpPr/>
                <p:nvPr/>
              </p:nvSpPr>
              <p:spPr>
                <a:xfrm>
                  <a:off x="4819" y="2295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8" name="Google Shape;538;p18"/>
              <p:cNvGrpSpPr/>
              <p:nvPr/>
            </p:nvGrpSpPr>
            <p:grpSpPr>
              <a:xfrm>
                <a:off x="4955" y="2360"/>
                <a:ext cx="49" cy="10"/>
                <a:chOff x="4955" y="2360"/>
                <a:chExt cx="49" cy="10"/>
              </a:xfrm>
            </p:grpSpPr>
            <p:sp>
              <p:nvSpPr>
                <p:cNvPr id="539" name="Google Shape;539;p18"/>
                <p:cNvSpPr/>
                <p:nvPr/>
              </p:nvSpPr>
              <p:spPr>
                <a:xfrm>
                  <a:off x="4982" y="2360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7" y="9"/>
                      </a:lnTo>
                      <a:lnTo>
                        <a:pt x="4" y="9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3" y="2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3" y="7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18"/>
                <p:cNvSpPr/>
                <p:nvPr/>
              </p:nvSpPr>
              <p:spPr>
                <a:xfrm>
                  <a:off x="4955" y="2360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18"/>
                <p:cNvSpPr/>
                <p:nvPr/>
              </p:nvSpPr>
              <p:spPr>
                <a:xfrm>
                  <a:off x="4977" y="2360"/>
                  <a:ext cx="4" cy="10"/>
                </a:xfrm>
                <a:custGeom>
                  <a:rect b="b" l="l" r="r" t="t"/>
                  <a:pathLst>
                    <a:path extrusionOk="0" h="10" w="4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1" y="7"/>
                      </a:lnTo>
                      <a:lnTo>
                        <a:pt x="3" y="7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8"/>
                <p:cNvSpPr/>
                <p:nvPr/>
              </p:nvSpPr>
              <p:spPr>
                <a:xfrm>
                  <a:off x="4962" y="2360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7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0" y="7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8"/>
                <p:cNvSpPr/>
                <p:nvPr/>
              </p:nvSpPr>
              <p:spPr>
                <a:xfrm>
                  <a:off x="4992" y="2360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3" y="4"/>
                      </a:lnTo>
                      <a:lnTo>
                        <a:pt x="4" y="6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1" y="4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4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1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8"/>
                <p:cNvSpPr/>
                <p:nvPr/>
              </p:nvSpPr>
              <p:spPr>
                <a:xfrm>
                  <a:off x="4998" y="2360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5" y="5"/>
                      </a:lnTo>
                      <a:lnTo>
                        <a:pt x="5" y="8"/>
                      </a:lnTo>
                      <a:lnTo>
                        <a:pt x="4" y="9"/>
                      </a:lnTo>
                      <a:lnTo>
                        <a:pt x="1" y="9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8"/>
                <p:cNvSpPr/>
                <p:nvPr/>
              </p:nvSpPr>
              <p:spPr>
                <a:xfrm>
                  <a:off x="4970" y="2360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46" name="Google Shape;546;p18"/>
              <p:cNvGrpSpPr/>
              <p:nvPr/>
            </p:nvGrpSpPr>
            <p:grpSpPr>
              <a:xfrm>
                <a:off x="4372" y="2395"/>
                <a:ext cx="184" cy="16"/>
                <a:chOff x="4372" y="2395"/>
                <a:chExt cx="184" cy="16"/>
              </a:xfrm>
            </p:grpSpPr>
            <p:sp>
              <p:nvSpPr>
                <p:cNvPr id="547" name="Google Shape;547;p18"/>
                <p:cNvSpPr/>
                <p:nvPr/>
              </p:nvSpPr>
              <p:spPr>
                <a:xfrm>
                  <a:off x="4435" y="2395"/>
                  <a:ext cx="12" cy="15"/>
                </a:xfrm>
                <a:custGeom>
                  <a:rect b="b" l="l" r="r" t="t"/>
                  <a:pathLst>
                    <a:path extrusionOk="0" h="15" w="12">
                      <a:moveTo>
                        <a:pt x="3" y="0"/>
                      </a:moveTo>
                      <a:lnTo>
                        <a:pt x="8" y="0"/>
                      </a:lnTo>
                      <a:lnTo>
                        <a:pt x="11" y="14"/>
                      </a:lnTo>
                      <a:lnTo>
                        <a:pt x="7" y="14"/>
                      </a:lnTo>
                      <a:lnTo>
                        <a:pt x="7" y="11"/>
                      </a:lnTo>
                      <a:lnTo>
                        <a:pt x="7" y="9"/>
                      </a:lnTo>
                      <a:lnTo>
                        <a:pt x="5" y="2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7" y="11"/>
                      </a:lnTo>
                      <a:lnTo>
                        <a:pt x="4" y="11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8"/>
                <p:cNvSpPr/>
                <p:nvPr/>
              </p:nvSpPr>
              <p:spPr>
                <a:xfrm>
                  <a:off x="4511" y="2395"/>
                  <a:ext cx="11" cy="15"/>
                </a:xfrm>
                <a:custGeom>
                  <a:rect b="b" l="l" r="r" t="t"/>
                  <a:pathLst>
                    <a:path extrusionOk="0" h="15" w="11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10" y="2"/>
                      </a:lnTo>
                      <a:lnTo>
                        <a:pt x="10" y="5"/>
                      </a:lnTo>
                      <a:lnTo>
                        <a:pt x="8" y="7"/>
                      </a:lnTo>
                      <a:lnTo>
                        <a:pt x="10" y="8"/>
                      </a:lnTo>
                      <a:lnTo>
                        <a:pt x="10" y="12"/>
                      </a:lnTo>
                      <a:lnTo>
                        <a:pt x="8" y="14"/>
                      </a:lnTo>
                      <a:lnTo>
                        <a:pt x="0" y="14"/>
                      </a:lnTo>
                      <a:lnTo>
                        <a:pt x="0" y="8"/>
                      </a:lnTo>
                      <a:lnTo>
                        <a:pt x="4" y="8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4" y="5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4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8"/>
                <p:cNvSpPr/>
                <p:nvPr/>
              </p:nvSpPr>
              <p:spPr>
                <a:xfrm>
                  <a:off x="4372" y="2395"/>
                  <a:ext cx="7" cy="15"/>
                </a:xfrm>
                <a:custGeom>
                  <a:rect b="b" l="l" r="r" t="t"/>
                  <a:pathLst>
                    <a:path extrusionOk="0" h="15" w="7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6" y="3"/>
                      </a:lnTo>
                      <a:lnTo>
                        <a:pt x="3" y="3"/>
                      </a:lnTo>
                      <a:lnTo>
                        <a:pt x="3" y="5"/>
                      </a:lnTo>
                      <a:lnTo>
                        <a:pt x="6" y="5"/>
                      </a:lnTo>
                      <a:lnTo>
                        <a:pt x="6" y="8"/>
                      </a:lnTo>
                      <a:lnTo>
                        <a:pt x="3" y="8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8"/>
                <p:cNvSpPr/>
                <p:nvPr/>
              </p:nvSpPr>
              <p:spPr>
                <a:xfrm>
                  <a:off x="4382" y="2395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18"/>
                <p:cNvSpPr/>
                <p:nvPr/>
              </p:nvSpPr>
              <p:spPr>
                <a:xfrm>
                  <a:off x="4546" y="2395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6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6" y="7"/>
                      </a:lnTo>
                      <a:lnTo>
                        <a:pt x="9" y="14"/>
                      </a:lnTo>
                      <a:lnTo>
                        <a:pt x="6" y="14"/>
                      </a:lnTo>
                      <a:lnTo>
                        <a:pt x="3" y="8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18"/>
                <p:cNvSpPr/>
                <p:nvPr/>
              </p:nvSpPr>
              <p:spPr>
                <a:xfrm>
                  <a:off x="4497" y="2395"/>
                  <a:ext cx="8" cy="15"/>
                </a:xfrm>
                <a:custGeom>
                  <a:rect b="b" l="l" r="r" t="t"/>
                  <a:pathLst>
                    <a:path extrusionOk="0" h="15" w="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1"/>
                      </a:lnTo>
                      <a:lnTo>
                        <a:pt x="7" y="11"/>
                      </a:lnTo>
                      <a:lnTo>
                        <a:pt x="7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18"/>
                <p:cNvSpPr/>
                <p:nvPr/>
              </p:nvSpPr>
              <p:spPr>
                <a:xfrm>
                  <a:off x="4461" y="2395"/>
                  <a:ext cx="10" cy="16"/>
                </a:xfrm>
                <a:custGeom>
                  <a:rect b="b" l="l" r="r" t="t"/>
                  <a:pathLst>
                    <a:path extrusionOk="0" h="16" w="10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9" y="2"/>
                      </a:lnTo>
                      <a:lnTo>
                        <a:pt x="9" y="12"/>
                      </a:lnTo>
                      <a:lnTo>
                        <a:pt x="7" y="14"/>
                      </a:lnTo>
                      <a:lnTo>
                        <a:pt x="6" y="14"/>
                      </a:lnTo>
                      <a:lnTo>
                        <a:pt x="6" y="15"/>
                      </a:lnTo>
                      <a:lnTo>
                        <a:pt x="3" y="15"/>
                      </a:lnTo>
                      <a:lnTo>
                        <a:pt x="3" y="14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11"/>
                      </a:lnTo>
                      <a:lnTo>
                        <a:pt x="0" y="11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18"/>
                <p:cNvSpPr/>
                <p:nvPr/>
              </p:nvSpPr>
              <p:spPr>
                <a:xfrm>
                  <a:off x="4387" y="2395"/>
                  <a:ext cx="8" cy="15"/>
                </a:xfrm>
                <a:custGeom>
                  <a:rect b="b" l="l" r="r" t="t"/>
                  <a:pathLst>
                    <a:path extrusionOk="0" h="15" w="8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7" y="2"/>
                      </a:lnTo>
                      <a:lnTo>
                        <a:pt x="7" y="6"/>
                      </a:lnTo>
                      <a:lnTo>
                        <a:pt x="5" y="7"/>
                      </a:lnTo>
                      <a:lnTo>
                        <a:pt x="7" y="9"/>
                      </a:lnTo>
                      <a:lnTo>
                        <a:pt x="7" y="14"/>
                      </a:lnTo>
                      <a:lnTo>
                        <a:pt x="4" y="14"/>
                      </a:lnTo>
                      <a:lnTo>
                        <a:pt x="4" y="9"/>
                      </a:lnTo>
                      <a:lnTo>
                        <a:pt x="4" y="6"/>
                      </a:lnTo>
                      <a:lnTo>
                        <a:pt x="3" y="6"/>
                      </a:lnTo>
                      <a:lnTo>
                        <a:pt x="3" y="2"/>
                      </a:lnTo>
                      <a:lnTo>
                        <a:pt x="4" y="2"/>
                      </a:lnTo>
                      <a:lnTo>
                        <a:pt x="4" y="6"/>
                      </a:lnTo>
                      <a:lnTo>
                        <a:pt x="4" y="9"/>
                      </a:lnTo>
                      <a:lnTo>
                        <a:pt x="3" y="9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5" name="Google Shape;555;p18"/>
                <p:cNvSpPr/>
                <p:nvPr/>
              </p:nvSpPr>
              <p:spPr>
                <a:xfrm>
                  <a:off x="4398" y="2395"/>
                  <a:ext cx="8" cy="15"/>
                </a:xfrm>
                <a:custGeom>
                  <a:rect b="b" l="l" r="r" t="t"/>
                  <a:pathLst>
                    <a:path extrusionOk="0" h="15" w="8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7" y="2"/>
                      </a:lnTo>
                      <a:lnTo>
                        <a:pt x="7" y="5"/>
                      </a:ln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3" y="3"/>
                      </a:lnTo>
                      <a:lnTo>
                        <a:pt x="3" y="6"/>
                      </a:lnTo>
                      <a:lnTo>
                        <a:pt x="5" y="6"/>
                      </a:lnTo>
                      <a:lnTo>
                        <a:pt x="7" y="8"/>
                      </a:lnTo>
                      <a:lnTo>
                        <a:pt x="7" y="12"/>
                      </a:lnTo>
                      <a:lnTo>
                        <a:pt x="5" y="14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18"/>
                <p:cNvSpPr/>
                <p:nvPr/>
              </p:nvSpPr>
              <p:spPr>
                <a:xfrm>
                  <a:off x="4407" y="2395"/>
                  <a:ext cx="9" cy="15"/>
                </a:xfrm>
                <a:custGeom>
                  <a:rect b="b" l="l" r="r" t="t"/>
                  <a:pathLst>
                    <a:path extrusionOk="0" h="15" w="9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8" y="3"/>
                      </a:lnTo>
                      <a:lnTo>
                        <a:pt x="6" y="3"/>
                      </a:lnTo>
                      <a:lnTo>
                        <a:pt x="6" y="14"/>
                      </a:lnTo>
                      <a:lnTo>
                        <a:pt x="3" y="14"/>
                      </a:lnTo>
                      <a:lnTo>
                        <a:pt x="3" y="3"/>
                      </a:lnTo>
                      <a:lnTo>
                        <a:pt x="0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18"/>
                <p:cNvSpPr/>
                <p:nvPr/>
              </p:nvSpPr>
              <p:spPr>
                <a:xfrm>
                  <a:off x="4446" y="2395"/>
                  <a:ext cx="8" cy="15"/>
                </a:xfrm>
                <a:custGeom>
                  <a:rect b="b" l="l" r="r" t="t"/>
                  <a:pathLst>
                    <a:path extrusionOk="0" h="15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3"/>
                      </a:lnTo>
                      <a:lnTo>
                        <a:pt x="5" y="3"/>
                      </a:lnTo>
                      <a:lnTo>
                        <a:pt x="5" y="14"/>
                      </a:lnTo>
                      <a:lnTo>
                        <a:pt x="2" y="14"/>
                      </a:ln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18"/>
                <p:cNvSpPr/>
                <p:nvPr/>
              </p:nvSpPr>
              <p:spPr>
                <a:xfrm>
                  <a:off x="4456" y="2395"/>
                  <a:ext cx="5" cy="15"/>
                </a:xfrm>
                <a:custGeom>
                  <a:rect b="b" l="l" r="r" t="t"/>
                  <a:pathLst>
                    <a:path extrusionOk="0" h="15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4423" y="2395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6" y="7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9" y="14"/>
                      </a:lnTo>
                      <a:lnTo>
                        <a:pt x="6" y="14"/>
                      </a:lnTo>
                      <a:lnTo>
                        <a:pt x="3" y="7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4473" y="2395"/>
                  <a:ext cx="11" cy="15"/>
                </a:xfrm>
                <a:custGeom>
                  <a:rect b="b" l="l" r="r" t="t"/>
                  <a:pathLst>
                    <a:path extrusionOk="0" h="15" w="11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6" y="7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0" y="14"/>
                      </a:lnTo>
                      <a:lnTo>
                        <a:pt x="6" y="14"/>
                      </a:lnTo>
                      <a:lnTo>
                        <a:pt x="4" y="7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4484" y="2395"/>
                  <a:ext cx="13" cy="15"/>
                </a:xfrm>
                <a:custGeom>
                  <a:rect b="b" l="l" r="r" t="t"/>
                  <a:pathLst>
                    <a:path extrusionOk="0" h="15" w="13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2" y="14"/>
                      </a:lnTo>
                      <a:lnTo>
                        <a:pt x="8" y="14"/>
                      </a:lnTo>
                      <a:lnTo>
                        <a:pt x="7" y="11"/>
                      </a:lnTo>
                      <a:lnTo>
                        <a:pt x="7" y="9"/>
                      </a:lnTo>
                      <a:lnTo>
                        <a:pt x="6" y="2"/>
                      </a:lnTo>
                      <a:lnTo>
                        <a:pt x="5" y="9"/>
                      </a:lnTo>
                      <a:lnTo>
                        <a:pt x="7" y="9"/>
                      </a:lnTo>
                      <a:lnTo>
                        <a:pt x="7" y="11"/>
                      </a:lnTo>
                      <a:lnTo>
                        <a:pt x="5" y="11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18"/>
                <p:cNvSpPr/>
                <p:nvPr/>
              </p:nvSpPr>
              <p:spPr>
                <a:xfrm>
                  <a:off x="4522" y="2395"/>
                  <a:ext cx="11" cy="15"/>
                </a:xfrm>
                <a:custGeom>
                  <a:rect b="b" l="l" r="r" t="t"/>
                  <a:pathLst>
                    <a:path extrusionOk="0" h="15" w="11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14"/>
                      </a:lnTo>
                      <a:lnTo>
                        <a:pt x="7" y="14"/>
                      </a:lnTo>
                      <a:lnTo>
                        <a:pt x="6" y="11"/>
                      </a:lnTo>
                      <a:lnTo>
                        <a:pt x="6" y="9"/>
                      </a:lnTo>
                      <a:lnTo>
                        <a:pt x="5" y="2"/>
                      </a:lnTo>
                      <a:lnTo>
                        <a:pt x="4" y="9"/>
                      </a:lnTo>
                      <a:lnTo>
                        <a:pt x="6" y="9"/>
                      </a:lnTo>
                      <a:lnTo>
                        <a:pt x="6" y="11"/>
                      </a:lnTo>
                      <a:lnTo>
                        <a:pt x="4" y="11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18"/>
                <p:cNvSpPr/>
                <p:nvPr/>
              </p:nvSpPr>
              <p:spPr>
                <a:xfrm>
                  <a:off x="4534" y="2395"/>
                  <a:ext cx="11" cy="15"/>
                </a:xfrm>
                <a:custGeom>
                  <a:rect b="b" l="l" r="r" t="t"/>
                  <a:pathLst>
                    <a:path extrusionOk="0" h="15" w="11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6" y="7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0" y="14"/>
                      </a:lnTo>
                      <a:lnTo>
                        <a:pt x="6" y="14"/>
                      </a:lnTo>
                      <a:lnTo>
                        <a:pt x="4" y="7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64" name="Google Shape;564;p18"/>
              <p:cNvSpPr/>
              <p:nvPr/>
            </p:nvSpPr>
            <p:spPr>
              <a:xfrm>
                <a:off x="4373" y="2417"/>
                <a:ext cx="181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18"/>
              <p:cNvSpPr/>
              <p:nvPr/>
            </p:nvSpPr>
            <p:spPr>
              <a:xfrm>
                <a:off x="4382" y="2434"/>
                <a:ext cx="159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18"/>
            <p:cNvGrpSpPr/>
            <p:nvPr/>
          </p:nvGrpSpPr>
          <p:grpSpPr>
            <a:xfrm>
              <a:off x="4267" y="2272"/>
              <a:ext cx="709" cy="283"/>
              <a:chOff x="4267" y="2272"/>
              <a:chExt cx="709" cy="283"/>
            </a:xfrm>
          </p:grpSpPr>
          <p:grpSp>
            <p:nvGrpSpPr>
              <p:cNvPr id="567" name="Google Shape;567;p18"/>
              <p:cNvGrpSpPr/>
              <p:nvPr/>
            </p:nvGrpSpPr>
            <p:grpSpPr>
              <a:xfrm>
                <a:off x="4267" y="2272"/>
                <a:ext cx="709" cy="283"/>
                <a:chOff x="4267" y="2272"/>
                <a:chExt cx="709" cy="283"/>
              </a:xfrm>
            </p:grpSpPr>
            <p:grpSp>
              <p:nvGrpSpPr>
                <p:cNvPr id="568" name="Google Shape;568;p18"/>
                <p:cNvGrpSpPr/>
                <p:nvPr/>
              </p:nvGrpSpPr>
              <p:grpSpPr>
                <a:xfrm>
                  <a:off x="4267" y="2272"/>
                  <a:ext cx="709" cy="283"/>
                  <a:chOff x="4267" y="2272"/>
                  <a:chExt cx="709" cy="283"/>
                </a:xfrm>
              </p:grpSpPr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4267" y="2272"/>
                    <a:ext cx="709" cy="283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00008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4276" y="2281"/>
                    <a:ext cx="687" cy="264"/>
                  </a:xfrm>
                  <a:prstGeom prst="rect">
                    <a:avLst/>
                  </a:prstGeom>
                  <a:solidFill>
                    <a:srgbClr val="BFDFFF"/>
                  </a:solidFill>
                  <a:ln cap="flat" cmpd="sng" w="12700">
                    <a:solidFill>
                      <a:srgbClr val="00008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1" name="Google Shape;571;p18"/>
                <p:cNvSpPr/>
                <p:nvPr/>
              </p:nvSpPr>
              <p:spPr>
                <a:xfrm>
                  <a:off x="4276" y="2286"/>
                  <a:ext cx="687" cy="4"/>
                </a:xfrm>
                <a:prstGeom prst="rect">
                  <a:avLst/>
                </a:prstGeom>
                <a:solidFill>
                  <a:srgbClr val="0000FF"/>
                </a:solidFill>
                <a:ln cap="flat" cmpd="sng" w="12700">
                  <a:solidFill>
                    <a:srgbClr val="00008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572" name="Google Shape;572;p18"/>
              <p:cNvCxnSpPr/>
              <p:nvPr/>
            </p:nvCxnSpPr>
            <p:spPr>
              <a:xfrm>
                <a:off x="4772" y="2353"/>
                <a:ext cx="132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3" name="Google Shape;573;p18"/>
              <p:cNvSpPr/>
              <p:nvPr/>
            </p:nvSpPr>
            <p:spPr>
              <a:xfrm>
                <a:off x="4424" y="2377"/>
                <a:ext cx="411" cy="16"/>
              </a:xfrm>
              <a:custGeom>
                <a:rect b="b" l="l" r="r" t="t"/>
                <a:pathLst>
                  <a:path extrusionOk="0" h="16" w="411">
                    <a:moveTo>
                      <a:pt x="0" y="15"/>
                    </a:moveTo>
                    <a:lnTo>
                      <a:pt x="410" y="15"/>
                    </a:lnTo>
                    <a:lnTo>
                      <a:pt x="410" y="0"/>
                    </a:lnTo>
                  </a:path>
                </a:pathLst>
              </a:custGeom>
              <a:noFill/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4858" y="2375"/>
                <a:ext cx="89" cy="13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5" name="Google Shape;575;p18"/>
              <p:cNvCxnSpPr/>
              <p:nvPr/>
            </p:nvCxnSpPr>
            <p:spPr>
              <a:xfrm rot="10800000">
                <a:off x="4282" y="2418"/>
                <a:ext cx="61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18"/>
              <p:cNvCxnSpPr/>
              <p:nvPr/>
            </p:nvCxnSpPr>
            <p:spPr>
              <a:xfrm>
                <a:off x="4347" y="2510"/>
                <a:ext cx="235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18"/>
              <p:cNvCxnSpPr/>
              <p:nvPr/>
            </p:nvCxnSpPr>
            <p:spPr>
              <a:xfrm>
                <a:off x="4645" y="2510"/>
                <a:ext cx="295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78" name="Google Shape;578;p18"/>
              <p:cNvGrpSpPr/>
              <p:nvPr/>
            </p:nvGrpSpPr>
            <p:grpSpPr>
              <a:xfrm>
                <a:off x="4292" y="2527"/>
                <a:ext cx="394" cy="12"/>
                <a:chOff x="4292" y="2527"/>
                <a:chExt cx="394" cy="12"/>
              </a:xfrm>
            </p:grpSpPr>
            <p:grpSp>
              <p:nvGrpSpPr>
                <p:cNvPr id="579" name="Google Shape;579;p18"/>
                <p:cNvGrpSpPr/>
                <p:nvPr/>
              </p:nvGrpSpPr>
              <p:grpSpPr>
                <a:xfrm>
                  <a:off x="4292" y="2528"/>
                  <a:ext cx="9" cy="9"/>
                  <a:chOff x="4292" y="2528"/>
                  <a:chExt cx="9" cy="9"/>
                </a:xfrm>
              </p:grpSpPr>
              <p:sp>
                <p:nvSpPr>
                  <p:cNvPr id="580" name="Google Shape;580;p18"/>
                  <p:cNvSpPr/>
                  <p:nvPr/>
                </p:nvSpPr>
                <p:spPr>
                  <a:xfrm>
                    <a:off x="4292" y="2530"/>
                    <a:ext cx="3" cy="5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1" name="Google Shape;581;p18"/>
                  <p:cNvSpPr/>
                  <p:nvPr/>
                </p:nvSpPr>
                <p:spPr>
                  <a:xfrm>
                    <a:off x="4297" y="2528"/>
                    <a:ext cx="4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2" name="Google Shape;582;p18"/>
                  <p:cNvSpPr/>
                  <p:nvPr/>
                </p:nvSpPr>
                <p:spPr>
                  <a:xfrm>
                    <a:off x="4297" y="2535"/>
                    <a:ext cx="4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83" name="Google Shape;583;p18"/>
                <p:cNvSpPr/>
                <p:nvPr/>
              </p:nvSpPr>
              <p:spPr>
                <a:xfrm>
                  <a:off x="4308" y="2531"/>
                  <a:ext cx="2" cy="2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4" name="Google Shape;584;p18"/>
                <p:cNvSpPr/>
                <p:nvPr/>
              </p:nvSpPr>
              <p:spPr>
                <a:xfrm>
                  <a:off x="4325" y="2531"/>
                  <a:ext cx="2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5" name="Google Shape;585;p18"/>
                <p:cNvSpPr/>
                <p:nvPr/>
              </p:nvSpPr>
              <p:spPr>
                <a:xfrm>
                  <a:off x="4344" y="2527"/>
                  <a:ext cx="9" cy="11"/>
                </a:xfrm>
                <a:custGeom>
                  <a:rect b="b" l="l" r="r" t="t"/>
                  <a:pathLst>
                    <a:path extrusionOk="0" h="11" w="9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8" y="5"/>
                      </a:lnTo>
                      <a:lnTo>
                        <a:pt x="0" y="5"/>
                      </a:lnTo>
                      <a:lnTo>
                        <a:pt x="0" y="10"/>
                      </a:lnTo>
                      <a:lnTo>
                        <a:pt x="8" y="1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6" name="Google Shape;586;p18"/>
                <p:cNvGrpSpPr/>
                <p:nvPr/>
              </p:nvGrpSpPr>
              <p:grpSpPr>
                <a:xfrm>
                  <a:off x="4357" y="2528"/>
                  <a:ext cx="3" cy="9"/>
                  <a:chOff x="4357" y="2528"/>
                  <a:chExt cx="3" cy="9"/>
                </a:xfrm>
              </p:grpSpPr>
              <p:sp>
                <p:nvSpPr>
                  <p:cNvPr id="587" name="Google Shape;587;p18"/>
                  <p:cNvSpPr/>
                  <p:nvPr/>
                </p:nvSpPr>
                <p:spPr>
                  <a:xfrm>
                    <a:off x="4357" y="2528"/>
                    <a:ext cx="3" cy="9"/>
                  </a:xfrm>
                  <a:custGeom>
                    <a:rect b="b" l="l" r="r" t="t"/>
                    <a:pathLst>
                      <a:path extrusionOk="0" h="9" w="3">
                        <a:moveTo>
                          <a:pt x="0" y="0"/>
                        </a:moveTo>
                        <a:lnTo>
                          <a:pt x="2" y="0"/>
                        </a:lnTo>
                        <a:lnTo>
                          <a:pt x="2" y="8"/>
                        </a:lnTo>
                      </a:path>
                    </a:pathLst>
                  </a:custGeom>
                  <a:noFill/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" name="Google Shape;588;p18"/>
                  <p:cNvSpPr/>
                  <p:nvPr/>
                </p:nvSpPr>
                <p:spPr>
                  <a:xfrm>
                    <a:off x="4357" y="2534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89" name="Google Shape;589;p18"/>
                <p:cNvSpPr/>
                <p:nvPr/>
              </p:nvSpPr>
              <p:spPr>
                <a:xfrm>
                  <a:off x="4367" y="2530"/>
                  <a:ext cx="3" cy="2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0" name="Google Shape;590;p18"/>
                <p:cNvSpPr/>
                <p:nvPr/>
              </p:nvSpPr>
              <p:spPr>
                <a:xfrm>
                  <a:off x="4381" y="2531"/>
                  <a:ext cx="2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1" name="Google Shape;591;p18"/>
                <p:cNvSpPr/>
                <p:nvPr/>
              </p:nvSpPr>
              <p:spPr>
                <a:xfrm>
                  <a:off x="4400" y="2529"/>
                  <a:ext cx="10" cy="9"/>
                </a:xfrm>
                <a:custGeom>
                  <a:rect b="b" l="l" r="r" t="t"/>
                  <a:pathLst>
                    <a:path extrusionOk="0" h="9" w="10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9" y="8"/>
                      </a:lnTo>
                      <a:lnTo>
                        <a:pt x="9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18"/>
                <p:cNvSpPr/>
                <p:nvPr/>
              </p:nvSpPr>
              <p:spPr>
                <a:xfrm>
                  <a:off x="4417" y="2529"/>
                  <a:ext cx="9" cy="9"/>
                </a:xfrm>
                <a:custGeom>
                  <a:rect b="b" l="l" r="r" t="t"/>
                  <a:pathLst>
                    <a:path extrusionOk="0" h="9" w="9">
                      <a:moveTo>
                        <a:pt x="4" y="2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8" y="8"/>
                      </a:lnTo>
                      <a:lnTo>
                        <a:pt x="8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3" name="Google Shape;593;p18"/>
                <p:cNvGrpSpPr/>
                <p:nvPr/>
              </p:nvGrpSpPr>
              <p:grpSpPr>
                <a:xfrm>
                  <a:off x="4430" y="2528"/>
                  <a:ext cx="9" cy="8"/>
                  <a:chOff x="4430" y="2528"/>
                  <a:chExt cx="9" cy="8"/>
                </a:xfrm>
              </p:grpSpPr>
              <p:sp>
                <p:nvSpPr>
                  <p:cNvPr id="594" name="Google Shape;594;p18"/>
                  <p:cNvSpPr/>
                  <p:nvPr/>
                </p:nvSpPr>
                <p:spPr>
                  <a:xfrm>
                    <a:off x="4430" y="2529"/>
                    <a:ext cx="2" cy="6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5" name="Google Shape;595;p18"/>
                  <p:cNvSpPr/>
                  <p:nvPr/>
                </p:nvSpPr>
                <p:spPr>
                  <a:xfrm>
                    <a:off x="4436" y="2528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6" name="Google Shape;596;p18"/>
                  <p:cNvSpPr/>
                  <p:nvPr/>
                </p:nvSpPr>
                <p:spPr>
                  <a:xfrm>
                    <a:off x="4436" y="2534"/>
                    <a:ext cx="3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97" name="Google Shape;597;p18"/>
                <p:cNvSpPr/>
                <p:nvPr/>
              </p:nvSpPr>
              <p:spPr>
                <a:xfrm>
                  <a:off x="4456" y="2528"/>
                  <a:ext cx="8" cy="11"/>
                </a:xfrm>
                <a:custGeom>
                  <a:rect b="b" l="l" r="r" t="t"/>
                  <a:pathLst>
                    <a:path extrusionOk="0" h="11" w="8">
                      <a:moveTo>
                        <a:pt x="3" y="10"/>
                      </a:moveTo>
                      <a:lnTo>
                        <a:pt x="3" y="5"/>
                      </a:lnTo>
                      <a:lnTo>
                        <a:pt x="7" y="4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18"/>
                <p:cNvSpPr/>
                <p:nvPr/>
              </p:nvSpPr>
              <p:spPr>
                <a:xfrm>
                  <a:off x="4469" y="2528"/>
                  <a:ext cx="9" cy="11"/>
                </a:xfrm>
                <a:custGeom>
                  <a:rect b="b" l="l" r="r" t="t"/>
                  <a:pathLst>
                    <a:path extrusionOk="0" h="11" w="9">
                      <a:moveTo>
                        <a:pt x="4" y="10"/>
                      </a:moveTo>
                      <a:lnTo>
                        <a:pt x="4" y="5"/>
                      </a:lnTo>
                      <a:lnTo>
                        <a:pt x="8" y="4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18"/>
                <p:cNvSpPr/>
                <p:nvPr/>
              </p:nvSpPr>
              <p:spPr>
                <a:xfrm>
                  <a:off x="4485" y="2530"/>
                  <a:ext cx="2" cy="2"/>
                </a:xfrm>
                <a:prstGeom prst="roundRect">
                  <a:avLst>
                    <a:gd fmla="val 49014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18"/>
                <p:cNvSpPr/>
                <p:nvPr/>
              </p:nvSpPr>
              <p:spPr>
                <a:xfrm>
                  <a:off x="4525" y="2529"/>
                  <a:ext cx="11" cy="9"/>
                </a:xfrm>
                <a:custGeom>
                  <a:rect b="b" l="l" r="r" t="t"/>
                  <a:pathLst>
                    <a:path extrusionOk="0" h="9" w="11">
                      <a:moveTo>
                        <a:pt x="5" y="7"/>
                      </a:moveTo>
                      <a:lnTo>
                        <a:pt x="5" y="8"/>
                      </a:lnTo>
                      <a:lnTo>
                        <a:pt x="10" y="8"/>
                      </a:ln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9" y="3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18"/>
                <p:cNvSpPr/>
                <p:nvPr/>
              </p:nvSpPr>
              <p:spPr>
                <a:xfrm>
                  <a:off x="4542" y="2528"/>
                  <a:ext cx="11" cy="10"/>
                </a:xfrm>
                <a:custGeom>
                  <a:rect b="b" l="l" r="r" t="t"/>
                  <a:pathLst>
                    <a:path extrusionOk="0" h="10" w="11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0" y="9"/>
                      </a:lnTo>
                      <a:lnTo>
                        <a:pt x="10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18"/>
                <p:cNvSpPr/>
                <p:nvPr/>
              </p:nvSpPr>
              <p:spPr>
                <a:xfrm>
                  <a:off x="4498" y="2529"/>
                  <a:ext cx="2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p18"/>
                <p:cNvSpPr/>
                <p:nvPr/>
              </p:nvSpPr>
              <p:spPr>
                <a:xfrm>
                  <a:off x="4503" y="2529"/>
                  <a:ext cx="1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p18"/>
                <p:cNvSpPr/>
                <p:nvPr/>
              </p:nvSpPr>
              <p:spPr>
                <a:xfrm>
                  <a:off x="4508" y="2530"/>
                  <a:ext cx="3" cy="4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5" name="Google Shape;605;p18"/>
                <p:cNvSpPr/>
                <p:nvPr/>
              </p:nvSpPr>
              <p:spPr>
                <a:xfrm>
                  <a:off x="4557" y="2528"/>
                  <a:ext cx="12" cy="10"/>
                </a:xfrm>
                <a:custGeom>
                  <a:rect b="b" l="l" r="r" t="t"/>
                  <a:pathLst>
                    <a:path extrusionOk="0" h="10" w="12">
                      <a:moveTo>
                        <a:pt x="11" y="9"/>
                      </a:moveTo>
                      <a:lnTo>
                        <a:pt x="11" y="0"/>
                      </a:lnTo>
                      <a:lnTo>
                        <a:pt x="11" y="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18"/>
                <p:cNvSpPr/>
                <p:nvPr/>
              </p:nvSpPr>
              <p:spPr>
                <a:xfrm>
                  <a:off x="4576" y="2531"/>
                  <a:ext cx="3" cy="1"/>
                </a:xfrm>
                <a:prstGeom prst="roundRect">
                  <a:avLst>
                    <a:gd fmla="val 49995" name="adj"/>
                  </a:avLst>
                </a:prstGeom>
                <a:solidFill>
                  <a:srgbClr val="BFDF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p18"/>
                <p:cNvSpPr/>
                <p:nvPr/>
              </p:nvSpPr>
              <p:spPr>
                <a:xfrm>
                  <a:off x="4589" y="2528"/>
                  <a:ext cx="9" cy="11"/>
                </a:xfrm>
                <a:custGeom>
                  <a:rect b="b" l="l" r="r" t="t"/>
                  <a:pathLst>
                    <a:path extrusionOk="0" h="11" w="9">
                      <a:moveTo>
                        <a:pt x="4" y="10"/>
                      </a:moveTo>
                      <a:lnTo>
                        <a:pt x="4" y="5"/>
                      </a:lnTo>
                      <a:lnTo>
                        <a:pt x="8" y="4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18"/>
                <p:cNvSpPr/>
                <p:nvPr/>
              </p:nvSpPr>
              <p:spPr>
                <a:xfrm>
                  <a:off x="4603" y="2528"/>
                  <a:ext cx="10" cy="10"/>
                </a:xfrm>
                <a:custGeom>
                  <a:rect b="b" l="l" r="r" t="t"/>
                  <a:pathLst>
                    <a:path extrusionOk="0" h="10" w="10">
                      <a:moveTo>
                        <a:pt x="5" y="2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9" y="9"/>
                      </a:lnTo>
                      <a:lnTo>
                        <a:pt x="9" y="5"/>
                      </a:lnTo>
                      <a:lnTo>
                        <a:pt x="1" y="5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18"/>
                <p:cNvSpPr/>
                <p:nvPr/>
              </p:nvSpPr>
              <p:spPr>
                <a:xfrm>
                  <a:off x="4617" y="2528"/>
                  <a:ext cx="1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0" name="Google Shape;610;p18"/>
                <p:cNvSpPr/>
                <p:nvPr/>
              </p:nvSpPr>
              <p:spPr>
                <a:xfrm>
                  <a:off x="4621" y="2528"/>
                  <a:ext cx="1" cy="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18"/>
                <p:cNvSpPr/>
                <p:nvPr/>
              </p:nvSpPr>
              <p:spPr>
                <a:xfrm>
                  <a:off x="4626" y="2527"/>
                  <a:ext cx="4" cy="4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2" name="Google Shape;612;p18"/>
                <p:cNvGrpSpPr/>
                <p:nvPr/>
              </p:nvGrpSpPr>
              <p:grpSpPr>
                <a:xfrm>
                  <a:off x="4647" y="2527"/>
                  <a:ext cx="39" cy="12"/>
                  <a:chOff x="4647" y="2527"/>
                  <a:chExt cx="39" cy="12"/>
                </a:xfrm>
              </p:grpSpPr>
              <p:sp>
                <p:nvSpPr>
                  <p:cNvPr id="613" name="Google Shape;613;p18"/>
                  <p:cNvSpPr/>
                  <p:nvPr/>
                </p:nvSpPr>
                <p:spPr>
                  <a:xfrm>
                    <a:off x="4659" y="2535"/>
                    <a:ext cx="4" cy="2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14" name="Google Shape;614;p18"/>
                  <p:cNvGrpSpPr/>
                  <p:nvPr/>
                </p:nvGrpSpPr>
                <p:grpSpPr>
                  <a:xfrm>
                    <a:off x="4647" y="2527"/>
                    <a:ext cx="39" cy="12"/>
                    <a:chOff x="4647" y="2527"/>
                    <a:chExt cx="39" cy="12"/>
                  </a:xfrm>
                </p:grpSpPr>
                <p:sp>
                  <p:nvSpPr>
                    <p:cNvPr id="615" name="Google Shape;615;p18"/>
                    <p:cNvSpPr/>
                    <p:nvPr/>
                  </p:nvSpPr>
                  <p:spPr>
                    <a:xfrm>
                      <a:off x="4647" y="2527"/>
                      <a:ext cx="9" cy="12"/>
                    </a:xfrm>
                    <a:custGeom>
                      <a:rect b="b" l="l" r="r" t="t"/>
                      <a:pathLst>
                        <a:path extrusionOk="0" h="12" w="9">
                          <a:moveTo>
                            <a:pt x="0" y="0"/>
                          </a:moveTo>
                          <a:lnTo>
                            <a:pt x="8" y="0"/>
                          </a:lnTo>
                          <a:lnTo>
                            <a:pt x="8" y="5"/>
                          </a:lnTo>
                          <a:lnTo>
                            <a:pt x="0" y="5"/>
                          </a:lnTo>
                          <a:lnTo>
                            <a:pt x="0" y="11"/>
                          </a:lnTo>
                          <a:lnTo>
                            <a:pt x="8" y="11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6" name="Google Shape;616;p18"/>
                    <p:cNvSpPr/>
                    <p:nvPr/>
                  </p:nvSpPr>
                  <p:spPr>
                    <a:xfrm>
                      <a:off x="4660" y="2529"/>
                      <a:ext cx="3" cy="9"/>
                    </a:xfrm>
                    <a:custGeom>
                      <a:rect b="b" l="l" r="r" t="t"/>
                      <a:pathLst>
                        <a:path extrusionOk="0" h="9" w="3">
                          <a:moveTo>
                            <a:pt x="0" y="0"/>
                          </a:moveTo>
                          <a:lnTo>
                            <a:pt x="2" y="0"/>
                          </a:lnTo>
                          <a:lnTo>
                            <a:pt x="2" y="8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7" name="Google Shape;617;p18"/>
                    <p:cNvSpPr/>
                    <p:nvPr/>
                  </p:nvSpPr>
                  <p:spPr>
                    <a:xfrm>
                      <a:off x="4670" y="2527"/>
                      <a:ext cx="9" cy="12"/>
                    </a:xfrm>
                    <a:custGeom>
                      <a:rect b="b" l="l" r="r" t="t"/>
                      <a:pathLst>
                        <a:path extrusionOk="0" h="12" w="9">
                          <a:moveTo>
                            <a:pt x="0" y="0"/>
                          </a:moveTo>
                          <a:lnTo>
                            <a:pt x="8" y="0"/>
                          </a:lnTo>
                          <a:lnTo>
                            <a:pt x="8" y="5"/>
                          </a:lnTo>
                          <a:lnTo>
                            <a:pt x="0" y="5"/>
                          </a:lnTo>
                          <a:lnTo>
                            <a:pt x="0" y="11"/>
                          </a:lnTo>
                          <a:lnTo>
                            <a:pt x="8" y="11"/>
                          </a:lnTo>
                        </a:path>
                      </a:pathLst>
                    </a:custGeom>
                    <a:noFill/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18" name="Google Shape;618;p18"/>
                    <p:cNvGrpSpPr/>
                    <p:nvPr/>
                  </p:nvGrpSpPr>
                  <p:grpSpPr>
                    <a:xfrm>
                      <a:off x="4681" y="2529"/>
                      <a:ext cx="5" cy="10"/>
                      <a:chOff x="4681" y="2529"/>
                      <a:chExt cx="5" cy="10"/>
                    </a:xfrm>
                  </p:grpSpPr>
                  <p:sp>
                    <p:nvSpPr>
                      <p:cNvPr id="619" name="Google Shape;619;p18"/>
                      <p:cNvSpPr/>
                      <p:nvPr/>
                    </p:nvSpPr>
                    <p:spPr>
                      <a:xfrm>
                        <a:off x="4683" y="2529"/>
                        <a:ext cx="2" cy="10"/>
                      </a:xfrm>
                      <a:custGeom>
                        <a:rect b="b" l="l" r="r" t="t"/>
                        <a:pathLst>
                          <a:path extrusionOk="0" h="10" w="2">
                            <a:moveTo>
                              <a:pt x="0" y="0"/>
                            </a:moveTo>
                            <a:lnTo>
                              <a:pt x="1" y="0"/>
                            </a:lnTo>
                            <a:lnTo>
                              <a:pt x="1" y="9"/>
                            </a:lnTo>
                          </a:path>
                        </a:pathLst>
                      </a:custGeom>
                      <a:noFill/>
                      <a:ln cap="rnd" cmpd="sng" w="12700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20" name="Google Shape;620;p18"/>
                      <p:cNvSpPr/>
                      <p:nvPr/>
                    </p:nvSpPr>
                    <p:spPr>
                      <a:xfrm>
                        <a:off x="4681" y="2535"/>
                        <a:ext cx="5" cy="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1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21" name="Google Shape;621;p18"/>
              <p:cNvGrpSpPr/>
              <p:nvPr/>
            </p:nvGrpSpPr>
            <p:grpSpPr>
              <a:xfrm>
                <a:off x="4899" y="2299"/>
                <a:ext cx="53" cy="18"/>
                <a:chOff x="4899" y="2299"/>
                <a:chExt cx="53" cy="18"/>
              </a:xfrm>
            </p:grpSpPr>
            <p:sp>
              <p:nvSpPr>
                <p:cNvPr id="622" name="Google Shape;622;p18"/>
                <p:cNvSpPr/>
                <p:nvPr/>
              </p:nvSpPr>
              <p:spPr>
                <a:xfrm>
                  <a:off x="4899" y="2299"/>
                  <a:ext cx="10" cy="18"/>
                </a:xfrm>
                <a:custGeom>
                  <a:rect b="b" l="l" r="r" t="t"/>
                  <a:pathLst>
                    <a:path extrusionOk="0" h="18" w="10">
                      <a:moveTo>
                        <a:pt x="0" y="5"/>
                      </a:moveTo>
                      <a:lnTo>
                        <a:pt x="3" y="5"/>
                      </a:lnTo>
                      <a:lnTo>
                        <a:pt x="3" y="4"/>
                      </a:lnTo>
                      <a:lnTo>
                        <a:pt x="5" y="4"/>
                      </a:lnTo>
                      <a:lnTo>
                        <a:pt x="5" y="6"/>
                      </a:lnTo>
                      <a:lnTo>
                        <a:pt x="0" y="14"/>
                      </a:lnTo>
                      <a:lnTo>
                        <a:pt x="0" y="17"/>
                      </a:lnTo>
                      <a:lnTo>
                        <a:pt x="9" y="17"/>
                      </a:lnTo>
                      <a:lnTo>
                        <a:pt x="9" y="14"/>
                      </a:lnTo>
                      <a:lnTo>
                        <a:pt x="4" y="14"/>
                      </a:lnTo>
                      <a:lnTo>
                        <a:pt x="9" y="7"/>
                      </a:lnTo>
                      <a:lnTo>
                        <a:pt x="9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8"/>
                <p:cNvSpPr/>
                <p:nvPr/>
              </p:nvSpPr>
              <p:spPr>
                <a:xfrm>
                  <a:off x="4913" y="2299"/>
                  <a:ext cx="11" cy="18"/>
                </a:xfrm>
                <a:custGeom>
                  <a:rect b="b" l="l" r="r" t="t"/>
                  <a:pathLst>
                    <a:path extrusionOk="0" h="18" w="11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3"/>
                      </a:lnTo>
                      <a:lnTo>
                        <a:pt x="10" y="14"/>
                      </a:lnTo>
                      <a:lnTo>
                        <a:pt x="7" y="17"/>
                      </a:lnTo>
                      <a:lnTo>
                        <a:pt x="3" y="17"/>
                      </a:lnTo>
                      <a:lnTo>
                        <a:pt x="0" y="14"/>
                      </a:lnTo>
                      <a:lnTo>
                        <a:pt x="0" y="13"/>
                      </a:lnTo>
                      <a:lnTo>
                        <a:pt x="4" y="13"/>
                      </a:lnTo>
                      <a:lnTo>
                        <a:pt x="4" y="4"/>
                      </a:lnTo>
                      <a:lnTo>
                        <a:pt x="6" y="4"/>
                      </a:lnTo>
                      <a:lnTo>
                        <a:pt x="6" y="13"/>
                      </a:lnTo>
                      <a:lnTo>
                        <a:pt x="4" y="13"/>
                      </a:lnTo>
                      <a:lnTo>
                        <a:pt x="0" y="13"/>
                      </a:lnTo>
                      <a:lnTo>
                        <a:pt x="0" y="3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8"/>
                <p:cNvSpPr/>
                <p:nvPr/>
              </p:nvSpPr>
              <p:spPr>
                <a:xfrm>
                  <a:off x="4926" y="2299"/>
                  <a:ext cx="13" cy="18"/>
                </a:xfrm>
                <a:custGeom>
                  <a:rect b="b" l="l" r="r" t="t"/>
                  <a:pathLst>
                    <a:path extrusionOk="0" h="18" w="13">
                      <a:moveTo>
                        <a:pt x="7" y="0"/>
                      </a:move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2" y="10"/>
                      </a:lnTo>
                      <a:lnTo>
                        <a:pt x="12" y="14"/>
                      </a:lnTo>
                      <a:lnTo>
                        <a:pt x="11" y="14"/>
                      </a:lnTo>
                      <a:lnTo>
                        <a:pt x="11" y="17"/>
                      </a:lnTo>
                      <a:lnTo>
                        <a:pt x="7" y="17"/>
                      </a:lnTo>
                      <a:lnTo>
                        <a:pt x="7" y="14"/>
                      </a:lnTo>
                      <a:lnTo>
                        <a:pt x="7" y="10"/>
                      </a:lnTo>
                      <a:lnTo>
                        <a:pt x="4" y="10"/>
                      </a:lnTo>
                      <a:lnTo>
                        <a:pt x="7" y="6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0" y="14"/>
                      </a:lnTo>
                      <a:lnTo>
                        <a:pt x="0" y="10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18"/>
                <p:cNvSpPr/>
                <p:nvPr/>
              </p:nvSpPr>
              <p:spPr>
                <a:xfrm>
                  <a:off x="4941" y="2299"/>
                  <a:ext cx="11" cy="18"/>
                </a:xfrm>
                <a:custGeom>
                  <a:rect b="b" l="l" r="r" t="t"/>
                  <a:pathLst>
                    <a:path extrusionOk="0" h="18" w="11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10" y="2"/>
                      </a:lnTo>
                      <a:lnTo>
                        <a:pt x="10" y="7"/>
                      </a:lnTo>
                      <a:lnTo>
                        <a:pt x="8" y="9"/>
                      </a:lnTo>
                      <a:lnTo>
                        <a:pt x="10" y="10"/>
                      </a:lnTo>
                      <a:lnTo>
                        <a:pt x="10" y="11"/>
                      </a:lnTo>
                      <a:lnTo>
                        <a:pt x="6" y="11"/>
                      </a:lnTo>
                      <a:lnTo>
                        <a:pt x="6" y="6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6"/>
                      </a:lnTo>
                      <a:lnTo>
                        <a:pt x="6" y="6"/>
                      </a:lnTo>
                      <a:lnTo>
                        <a:pt x="6" y="14"/>
                      </a:lnTo>
                      <a:lnTo>
                        <a:pt x="4" y="14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10" y="11"/>
                      </a:lnTo>
                      <a:lnTo>
                        <a:pt x="10" y="15"/>
                      </a:lnTo>
                      <a:lnTo>
                        <a:pt x="7" y="17"/>
                      </a:lnTo>
                      <a:lnTo>
                        <a:pt x="2" y="17"/>
                      </a:lnTo>
                      <a:lnTo>
                        <a:pt x="0" y="15"/>
                      </a:lnTo>
                      <a:lnTo>
                        <a:pt x="0" y="10"/>
                      </a:lnTo>
                      <a:lnTo>
                        <a:pt x="1" y="9"/>
                      </a:lnTo>
                      <a:lnTo>
                        <a:pt x="0" y="7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6" name="Google Shape;626;p18"/>
              <p:cNvSpPr/>
              <p:nvPr/>
            </p:nvSpPr>
            <p:spPr>
              <a:xfrm>
                <a:off x="4839" y="2369"/>
                <a:ext cx="11" cy="24"/>
              </a:xfrm>
              <a:custGeom>
                <a:rect b="b" l="l" r="r" t="t"/>
                <a:pathLst>
                  <a:path extrusionOk="0" h="24" w="11">
                    <a:moveTo>
                      <a:pt x="2" y="23"/>
                    </a:moveTo>
                    <a:lnTo>
                      <a:pt x="4" y="23"/>
                    </a:lnTo>
                    <a:lnTo>
                      <a:pt x="4" y="21"/>
                    </a:lnTo>
                    <a:lnTo>
                      <a:pt x="6" y="21"/>
                    </a:lnTo>
                    <a:lnTo>
                      <a:pt x="6" y="23"/>
                    </a:lnTo>
                    <a:lnTo>
                      <a:pt x="8" y="23"/>
                    </a:lnTo>
                    <a:lnTo>
                      <a:pt x="8" y="21"/>
                    </a:lnTo>
                    <a:lnTo>
                      <a:pt x="10" y="18"/>
                    </a:lnTo>
                    <a:lnTo>
                      <a:pt x="10" y="12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6" y="8"/>
                    </a:lnTo>
                    <a:lnTo>
                      <a:pt x="10" y="8"/>
                    </a:lnTo>
                    <a:lnTo>
                      <a:pt x="10" y="5"/>
                    </a:lnTo>
                    <a:lnTo>
                      <a:pt x="8" y="3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6" y="3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11"/>
                    </a:lnTo>
                    <a:lnTo>
                      <a:pt x="4" y="14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2" y="21"/>
                    </a:lnTo>
                    <a:lnTo>
                      <a:pt x="2" y="2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7" name="Google Shape;627;p18"/>
              <p:cNvGrpSpPr/>
              <p:nvPr/>
            </p:nvGrpSpPr>
            <p:grpSpPr>
              <a:xfrm>
                <a:off x="4309" y="2303"/>
                <a:ext cx="124" cy="18"/>
                <a:chOff x="4309" y="2303"/>
                <a:chExt cx="124" cy="18"/>
              </a:xfrm>
            </p:grpSpPr>
            <p:grpSp>
              <p:nvGrpSpPr>
                <p:cNvPr id="628" name="Google Shape;628;p18"/>
                <p:cNvGrpSpPr/>
                <p:nvPr/>
              </p:nvGrpSpPr>
              <p:grpSpPr>
                <a:xfrm>
                  <a:off x="4309" y="2303"/>
                  <a:ext cx="41" cy="18"/>
                  <a:chOff x="4309" y="2303"/>
                  <a:chExt cx="41" cy="18"/>
                </a:xfrm>
              </p:grpSpPr>
              <p:sp>
                <p:nvSpPr>
                  <p:cNvPr id="629" name="Google Shape;629;p18"/>
                  <p:cNvSpPr/>
                  <p:nvPr/>
                </p:nvSpPr>
                <p:spPr>
                  <a:xfrm>
                    <a:off x="4309" y="2304"/>
                    <a:ext cx="11" cy="17"/>
                  </a:xfrm>
                  <a:custGeom>
                    <a:rect b="b" l="l" r="r" t="t"/>
                    <a:pathLst>
                      <a:path extrusionOk="0" h="17" w="11">
                        <a:moveTo>
                          <a:pt x="0" y="0"/>
                        </a:moveTo>
                        <a:lnTo>
                          <a:pt x="8" y="0"/>
                        </a:lnTo>
                        <a:lnTo>
                          <a:pt x="10" y="2"/>
                        </a:lnTo>
                        <a:lnTo>
                          <a:pt x="10" y="6"/>
                        </a:lnTo>
                        <a:lnTo>
                          <a:pt x="8" y="8"/>
                        </a:lnTo>
                        <a:lnTo>
                          <a:pt x="10" y="9"/>
                        </a:lnTo>
                        <a:lnTo>
                          <a:pt x="10" y="14"/>
                        </a:lnTo>
                        <a:lnTo>
                          <a:pt x="8" y="16"/>
                        </a:lnTo>
                        <a:lnTo>
                          <a:pt x="0" y="16"/>
                        </a:lnTo>
                        <a:lnTo>
                          <a:pt x="0" y="10"/>
                        </a:lnTo>
                        <a:lnTo>
                          <a:pt x="4" y="10"/>
                        </a:lnTo>
                        <a:lnTo>
                          <a:pt x="4" y="13"/>
                        </a:lnTo>
                        <a:lnTo>
                          <a:pt x="6" y="13"/>
                        </a:lnTo>
                        <a:lnTo>
                          <a:pt x="6" y="10"/>
                        </a:lnTo>
                        <a:lnTo>
                          <a:pt x="4" y="10"/>
                        </a:lnTo>
                        <a:lnTo>
                          <a:pt x="4" y="6"/>
                        </a:lnTo>
                        <a:lnTo>
                          <a:pt x="6" y="6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6"/>
                        </a:lnTo>
                        <a:lnTo>
                          <a:pt x="4" y="10"/>
                        </a:lnTo>
                        <a:lnTo>
                          <a:pt x="0" y="1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18"/>
                  <p:cNvSpPr/>
                  <p:nvPr/>
                </p:nvSpPr>
                <p:spPr>
                  <a:xfrm>
                    <a:off x="4323" y="2303"/>
                    <a:ext cx="12" cy="18"/>
                  </a:xfrm>
                  <a:custGeom>
                    <a:rect b="b" l="l" r="r" t="t"/>
                    <a:pathLst>
                      <a:path extrusionOk="0" h="18" w="12">
                        <a:moveTo>
                          <a:pt x="3" y="0"/>
                        </a:moveTo>
                        <a:lnTo>
                          <a:pt x="8" y="0"/>
                        </a:lnTo>
                        <a:lnTo>
                          <a:pt x="11" y="3"/>
                        </a:lnTo>
                        <a:lnTo>
                          <a:pt x="11" y="13"/>
                        </a:lnTo>
                        <a:lnTo>
                          <a:pt x="8" y="16"/>
                        </a:lnTo>
                        <a:lnTo>
                          <a:pt x="7" y="16"/>
                        </a:lnTo>
                        <a:lnTo>
                          <a:pt x="7" y="17"/>
                        </a:lnTo>
                        <a:lnTo>
                          <a:pt x="4" y="17"/>
                        </a:lnTo>
                        <a:lnTo>
                          <a:pt x="4" y="16"/>
                        </a:lnTo>
                        <a:lnTo>
                          <a:pt x="3" y="16"/>
                        </a:lnTo>
                        <a:lnTo>
                          <a:pt x="0" y="13"/>
                        </a:lnTo>
                        <a:lnTo>
                          <a:pt x="4" y="13"/>
                        </a:lnTo>
                        <a:lnTo>
                          <a:pt x="7" y="13"/>
                        </a:lnTo>
                        <a:lnTo>
                          <a:pt x="7" y="3"/>
                        </a:lnTo>
                        <a:lnTo>
                          <a:pt x="4" y="3"/>
                        </a:lnTo>
                        <a:lnTo>
                          <a:pt x="4" y="13"/>
                        </a:lnTo>
                        <a:lnTo>
                          <a:pt x="0" y="13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18"/>
                  <p:cNvSpPr/>
                  <p:nvPr/>
                </p:nvSpPr>
                <p:spPr>
                  <a:xfrm>
                    <a:off x="4339" y="2304"/>
                    <a:ext cx="11" cy="17"/>
                  </a:xfrm>
                  <a:custGeom>
                    <a:rect b="b" l="l" r="r" t="t"/>
                    <a:pathLst>
                      <a:path extrusionOk="0" h="17" w="11">
                        <a:moveTo>
                          <a:pt x="0" y="0"/>
                        </a:moveTo>
                        <a:lnTo>
                          <a:pt x="8" y="0"/>
                        </a:lnTo>
                        <a:lnTo>
                          <a:pt x="10" y="2"/>
                        </a:lnTo>
                        <a:lnTo>
                          <a:pt x="10" y="6"/>
                        </a:lnTo>
                        <a:lnTo>
                          <a:pt x="8" y="8"/>
                        </a:lnTo>
                        <a:lnTo>
                          <a:pt x="10" y="9"/>
                        </a:lnTo>
                        <a:lnTo>
                          <a:pt x="10" y="14"/>
                        </a:lnTo>
                        <a:lnTo>
                          <a:pt x="8" y="16"/>
                        </a:lnTo>
                        <a:lnTo>
                          <a:pt x="0" y="16"/>
                        </a:lnTo>
                        <a:lnTo>
                          <a:pt x="0" y="10"/>
                        </a:lnTo>
                        <a:lnTo>
                          <a:pt x="4" y="10"/>
                        </a:lnTo>
                        <a:lnTo>
                          <a:pt x="4" y="13"/>
                        </a:lnTo>
                        <a:lnTo>
                          <a:pt x="6" y="13"/>
                        </a:lnTo>
                        <a:lnTo>
                          <a:pt x="6" y="10"/>
                        </a:lnTo>
                        <a:lnTo>
                          <a:pt x="4" y="10"/>
                        </a:lnTo>
                        <a:lnTo>
                          <a:pt x="4" y="6"/>
                        </a:lnTo>
                        <a:lnTo>
                          <a:pt x="6" y="6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6"/>
                        </a:lnTo>
                        <a:lnTo>
                          <a:pt x="4" y="10"/>
                        </a:lnTo>
                        <a:lnTo>
                          <a:pt x="0" y="1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2" name="Google Shape;632;p18"/>
                <p:cNvGrpSpPr/>
                <p:nvPr/>
              </p:nvGrpSpPr>
              <p:grpSpPr>
                <a:xfrm>
                  <a:off x="4363" y="2303"/>
                  <a:ext cx="70" cy="18"/>
                  <a:chOff x="4363" y="2303"/>
                  <a:chExt cx="70" cy="18"/>
                </a:xfrm>
              </p:grpSpPr>
              <p:sp>
                <p:nvSpPr>
                  <p:cNvPr id="633" name="Google Shape;633;p18"/>
                  <p:cNvSpPr/>
                  <p:nvPr/>
                </p:nvSpPr>
                <p:spPr>
                  <a:xfrm>
                    <a:off x="4363" y="2303"/>
                    <a:ext cx="13" cy="18"/>
                  </a:xfrm>
                  <a:custGeom>
                    <a:rect b="b" l="l" r="r" t="t"/>
                    <a:pathLst>
                      <a:path extrusionOk="0" h="18" w="13">
                        <a:moveTo>
                          <a:pt x="7" y="0"/>
                        </a:moveTo>
                        <a:lnTo>
                          <a:pt x="12" y="0"/>
                        </a:lnTo>
                        <a:lnTo>
                          <a:pt x="12" y="14"/>
                        </a:lnTo>
                        <a:lnTo>
                          <a:pt x="8" y="17"/>
                        </a:lnTo>
                        <a:lnTo>
                          <a:pt x="3" y="17"/>
                        </a:lnTo>
                        <a:lnTo>
                          <a:pt x="0" y="15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5" y="14"/>
                        </a:lnTo>
                        <a:lnTo>
                          <a:pt x="7" y="14"/>
                        </a:lnTo>
                        <a:lnTo>
                          <a:pt x="7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18"/>
                  <p:cNvSpPr/>
                  <p:nvPr/>
                </p:nvSpPr>
                <p:spPr>
                  <a:xfrm>
                    <a:off x="4378" y="2303"/>
                    <a:ext cx="12" cy="18"/>
                  </a:xfrm>
                  <a:custGeom>
                    <a:rect b="b" l="l" r="r" t="t"/>
                    <a:pathLst>
                      <a:path extrusionOk="0" h="18" w="12">
                        <a:moveTo>
                          <a:pt x="3" y="0"/>
                        </a:moveTo>
                        <a:lnTo>
                          <a:pt x="8" y="0"/>
                        </a:lnTo>
                        <a:lnTo>
                          <a:pt x="11" y="3"/>
                        </a:lnTo>
                        <a:lnTo>
                          <a:pt x="11" y="14"/>
                        </a:lnTo>
                        <a:lnTo>
                          <a:pt x="8" y="17"/>
                        </a:lnTo>
                        <a:lnTo>
                          <a:pt x="7" y="17"/>
                        </a:lnTo>
                        <a:lnTo>
                          <a:pt x="7" y="14"/>
                        </a:lnTo>
                        <a:lnTo>
                          <a:pt x="7" y="3"/>
                        </a:lnTo>
                        <a:lnTo>
                          <a:pt x="4" y="3"/>
                        </a:lnTo>
                        <a:lnTo>
                          <a:pt x="4" y="14"/>
                        </a:lnTo>
                        <a:lnTo>
                          <a:pt x="7" y="14"/>
                        </a:lnTo>
                        <a:lnTo>
                          <a:pt x="7" y="17"/>
                        </a:lnTo>
                        <a:lnTo>
                          <a:pt x="3" y="17"/>
                        </a:lnTo>
                        <a:lnTo>
                          <a:pt x="0" y="14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18"/>
                  <p:cNvSpPr/>
                  <p:nvPr/>
                </p:nvSpPr>
                <p:spPr>
                  <a:xfrm>
                    <a:off x="4393" y="2303"/>
                    <a:ext cx="13" cy="18"/>
                  </a:xfrm>
                  <a:custGeom>
                    <a:rect b="b" l="l" r="r" t="t"/>
                    <a:pathLst>
                      <a:path extrusionOk="0" h="18" w="13">
                        <a:moveTo>
                          <a:pt x="0" y="0"/>
                        </a:moveTo>
                        <a:lnTo>
                          <a:pt x="4" y="0"/>
                        </a:lnTo>
                        <a:lnTo>
                          <a:pt x="8" y="8"/>
                        </a:lnTo>
                        <a:lnTo>
                          <a:pt x="8" y="0"/>
                        </a:lnTo>
                        <a:lnTo>
                          <a:pt x="12" y="0"/>
                        </a:lnTo>
                        <a:lnTo>
                          <a:pt x="12" y="17"/>
                        </a:lnTo>
                        <a:lnTo>
                          <a:pt x="8" y="17"/>
                        </a:lnTo>
                        <a:lnTo>
                          <a:pt x="5" y="9"/>
                        </a:lnTo>
                        <a:lnTo>
                          <a:pt x="5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18"/>
                  <p:cNvSpPr/>
                  <p:nvPr/>
                </p:nvSpPr>
                <p:spPr>
                  <a:xfrm>
                    <a:off x="4409" y="2303"/>
                    <a:ext cx="11" cy="18"/>
                  </a:xfrm>
                  <a:custGeom>
                    <a:rect b="b" l="l" r="r" t="t"/>
                    <a:pathLst>
                      <a:path extrusionOk="0" h="18" w="11">
                        <a:moveTo>
                          <a:pt x="0" y="0"/>
                        </a:moveTo>
                        <a:lnTo>
                          <a:pt x="10" y="0"/>
                        </a:lnTo>
                        <a:lnTo>
                          <a:pt x="10" y="3"/>
                        </a:lnTo>
                        <a:lnTo>
                          <a:pt x="5" y="3"/>
                        </a:lnTo>
                        <a:lnTo>
                          <a:pt x="5" y="6"/>
                        </a:lnTo>
                        <a:lnTo>
                          <a:pt x="9" y="6"/>
                        </a:lnTo>
                        <a:lnTo>
                          <a:pt x="9" y="10"/>
                        </a:lnTo>
                        <a:lnTo>
                          <a:pt x="5" y="10"/>
                        </a:lnTo>
                        <a:lnTo>
                          <a:pt x="5" y="14"/>
                        </a:lnTo>
                        <a:lnTo>
                          <a:pt x="10" y="14"/>
                        </a:lnTo>
                        <a:lnTo>
                          <a:pt x="10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18"/>
                  <p:cNvSpPr/>
                  <p:nvPr/>
                </p:nvSpPr>
                <p:spPr>
                  <a:xfrm>
                    <a:off x="4422" y="2303"/>
                    <a:ext cx="11" cy="18"/>
                  </a:xfrm>
                  <a:custGeom>
                    <a:rect b="b" l="l" r="r" t="t"/>
                    <a:pathLst>
                      <a:path extrusionOk="0" h="18" w="11">
                        <a:moveTo>
                          <a:pt x="3" y="0"/>
                        </a:moveTo>
                        <a:lnTo>
                          <a:pt x="8" y="0"/>
                        </a:lnTo>
                        <a:lnTo>
                          <a:pt x="10" y="2"/>
                        </a:lnTo>
                        <a:lnTo>
                          <a:pt x="10" y="6"/>
                        </a:lnTo>
                        <a:lnTo>
                          <a:pt x="6" y="6"/>
                        </a:lnTo>
                        <a:lnTo>
                          <a:pt x="6" y="3"/>
                        </a:lnTo>
                        <a:lnTo>
                          <a:pt x="4" y="3"/>
                        </a:lnTo>
                        <a:lnTo>
                          <a:pt x="4" y="7"/>
                        </a:lnTo>
                        <a:lnTo>
                          <a:pt x="7" y="7"/>
                        </a:lnTo>
                        <a:lnTo>
                          <a:pt x="10" y="10"/>
                        </a:lnTo>
                        <a:lnTo>
                          <a:pt x="10" y="15"/>
                        </a:lnTo>
                        <a:lnTo>
                          <a:pt x="8" y="17"/>
                        </a:lnTo>
                        <a:lnTo>
                          <a:pt x="3" y="17"/>
                        </a:lnTo>
                        <a:lnTo>
                          <a:pt x="0" y="15"/>
                        </a:lnTo>
                        <a:lnTo>
                          <a:pt x="0" y="12"/>
                        </a:lnTo>
                        <a:lnTo>
                          <a:pt x="3" y="12"/>
                        </a:lnTo>
                        <a:lnTo>
                          <a:pt x="3" y="14"/>
                        </a:lnTo>
                        <a:lnTo>
                          <a:pt x="6" y="14"/>
                        </a:lnTo>
                        <a:lnTo>
                          <a:pt x="6" y="11"/>
                        </a:lnTo>
                        <a:lnTo>
                          <a:pt x="3" y="11"/>
                        </a:lnTo>
                        <a:lnTo>
                          <a:pt x="0" y="8"/>
                        </a:lnTo>
                        <a:lnTo>
                          <a:pt x="0" y="2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38" name="Google Shape;638;p18"/>
              <p:cNvGrpSpPr/>
              <p:nvPr/>
            </p:nvGrpSpPr>
            <p:grpSpPr>
              <a:xfrm>
                <a:off x="4293" y="2383"/>
                <a:ext cx="125" cy="10"/>
                <a:chOff x="4293" y="2383"/>
                <a:chExt cx="125" cy="10"/>
              </a:xfrm>
            </p:grpSpPr>
            <p:sp>
              <p:nvSpPr>
                <p:cNvPr id="639" name="Google Shape;639;p18"/>
                <p:cNvSpPr/>
                <p:nvPr/>
              </p:nvSpPr>
              <p:spPr>
                <a:xfrm>
                  <a:off x="4293" y="238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5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2" y="6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8"/>
                <p:cNvSpPr/>
                <p:nvPr/>
              </p:nvSpPr>
              <p:spPr>
                <a:xfrm>
                  <a:off x="4299" y="2383"/>
                  <a:ext cx="10" cy="10"/>
                </a:xfrm>
                <a:custGeom>
                  <a:rect b="b" l="l" r="r" t="t"/>
                  <a:pathLst>
                    <a:path extrusionOk="0" h="10" w="10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9" y="9"/>
                      </a:lnTo>
                      <a:lnTo>
                        <a:pt x="6" y="9"/>
                      </a:lnTo>
                      <a:lnTo>
                        <a:pt x="5" y="7"/>
                      </a:lnTo>
                      <a:lnTo>
                        <a:pt x="5" y="6"/>
                      </a:lnTo>
                      <a:lnTo>
                        <a:pt x="5" y="1"/>
                      </a:lnTo>
                      <a:lnTo>
                        <a:pt x="4" y="6"/>
                      </a:lnTo>
                      <a:lnTo>
                        <a:pt x="5" y="6"/>
                      </a:lnTo>
                      <a:lnTo>
                        <a:pt x="5" y="7"/>
                      </a:lnTo>
                      <a:lnTo>
                        <a:pt x="4" y="7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4308" y="238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3" y="5"/>
                      </a:lnTo>
                      <a:lnTo>
                        <a:pt x="3" y="9"/>
                      </a:lnTo>
                      <a:lnTo>
                        <a:pt x="2" y="9"/>
                      </a:lnTo>
                      <a:lnTo>
                        <a:pt x="2" y="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4317" y="238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4" y="2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8"/>
                <p:cNvSpPr/>
                <p:nvPr/>
              </p:nvSpPr>
              <p:spPr>
                <a:xfrm>
                  <a:off x="4324" y="2383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2"/>
                      </a:lnTo>
                      <a:lnTo>
                        <a:pt x="6" y="7"/>
                      </a:lnTo>
                      <a:lnTo>
                        <a:pt x="4" y="9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0" y="7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8"/>
                <p:cNvSpPr/>
                <p:nvPr/>
              </p:nvSpPr>
              <p:spPr>
                <a:xfrm>
                  <a:off x="4334" y="2383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5" y="2"/>
                      </a:lnTo>
                      <a:lnTo>
                        <a:pt x="5" y="9"/>
                      </a:lnTo>
                      <a:lnTo>
                        <a:pt x="2" y="9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4404" y="2383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6" y="2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4" y="9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4361" y="2383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7" y="2"/>
                      </a:lnTo>
                      <a:lnTo>
                        <a:pt x="7" y="7"/>
                      </a:lnTo>
                      <a:lnTo>
                        <a:pt x="5" y="9"/>
                      </a:lnTo>
                      <a:lnTo>
                        <a:pt x="4" y="9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3" y="2"/>
                      </a:lnTo>
                      <a:lnTo>
                        <a:pt x="3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0" y="7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8"/>
                <p:cNvSpPr/>
                <p:nvPr/>
              </p:nvSpPr>
              <p:spPr>
                <a:xfrm>
                  <a:off x="4342" y="2383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6" y="9"/>
                      </a:lnTo>
                      <a:lnTo>
                        <a:pt x="4" y="9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8"/>
                <p:cNvSpPr/>
                <p:nvPr/>
              </p:nvSpPr>
              <p:spPr>
                <a:xfrm>
                  <a:off x="4351" y="238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3" y="5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4370" y="238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4" y="5"/>
                      </a:lnTo>
                      <a:lnTo>
                        <a:pt x="5" y="6"/>
                      </a:lnTo>
                      <a:lnTo>
                        <a:pt x="5" y="9"/>
                      </a:lnTo>
                      <a:lnTo>
                        <a:pt x="3" y="9"/>
                      </a:lnTo>
                      <a:lnTo>
                        <a:pt x="3" y="6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3" y="2"/>
                      </a:lnTo>
                      <a:lnTo>
                        <a:pt x="3" y="4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4378" y="2383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8"/>
                <p:cNvSpPr/>
                <p:nvPr/>
              </p:nvSpPr>
              <p:spPr>
                <a:xfrm>
                  <a:off x="4386" y="2383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8"/>
                <p:cNvSpPr/>
                <p:nvPr/>
              </p:nvSpPr>
              <p:spPr>
                <a:xfrm>
                  <a:off x="4392" y="2383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7" y="1"/>
                      </a:lnTo>
                      <a:lnTo>
                        <a:pt x="7" y="4"/>
                      </a:lnTo>
                      <a:lnTo>
                        <a:pt x="5" y="5"/>
                      </a:lnTo>
                      <a:lnTo>
                        <a:pt x="7" y="6"/>
                      </a:lnTo>
                      <a:lnTo>
                        <a:pt x="7" y="9"/>
                      </a:lnTo>
                      <a:lnTo>
                        <a:pt x="5" y="9"/>
                      </a:lnTo>
                      <a:lnTo>
                        <a:pt x="5" y="6"/>
                      </a:lnTo>
                      <a:lnTo>
                        <a:pt x="5" y="4"/>
                      </a:lnTo>
                      <a:lnTo>
                        <a:pt x="3" y="4"/>
                      </a:lnTo>
                      <a:lnTo>
                        <a:pt x="3" y="2"/>
                      </a:lnTo>
                      <a:lnTo>
                        <a:pt x="5" y="2"/>
                      </a:lnTo>
                      <a:lnTo>
                        <a:pt x="5" y="4"/>
                      </a:lnTo>
                      <a:lnTo>
                        <a:pt x="5" y="6"/>
                      </a:lnTo>
                      <a:lnTo>
                        <a:pt x="3" y="6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4412" y="238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3" y="5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4" name="Google Shape;654;p18"/>
              <p:cNvGrpSpPr/>
              <p:nvPr/>
            </p:nvGrpSpPr>
            <p:grpSpPr>
              <a:xfrm>
                <a:off x="4737" y="2343"/>
                <a:ext cx="28" cy="10"/>
                <a:chOff x="4737" y="2343"/>
                <a:chExt cx="28" cy="10"/>
              </a:xfrm>
            </p:grpSpPr>
            <p:sp>
              <p:nvSpPr>
                <p:cNvPr id="655" name="Google Shape;655;p18"/>
                <p:cNvSpPr/>
                <p:nvPr/>
              </p:nvSpPr>
              <p:spPr>
                <a:xfrm>
                  <a:off x="4737" y="2343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8"/>
                <p:cNvSpPr/>
                <p:nvPr/>
              </p:nvSpPr>
              <p:spPr>
                <a:xfrm>
                  <a:off x="4744" y="2343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7" y="9"/>
                      </a:lnTo>
                      <a:lnTo>
                        <a:pt x="5" y="9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4" y="1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3" y="7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8"/>
                <p:cNvSpPr/>
                <p:nvPr/>
              </p:nvSpPr>
              <p:spPr>
                <a:xfrm>
                  <a:off x="4752" y="2343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3" y="2"/>
                      </a:lnTo>
                      <a:lnTo>
                        <a:pt x="3" y="9"/>
                      </a:lnTo>
                      <a:lnTo>
                        <a:pt x="1" y="9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8"/>
                <p:cNvSpPr/>
                <p:nvPr/>
              </p:nvSpPr>
              <p:spPr>
                <a:xfrm>
                  <a:off x="4759" y="2343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9" name="Google Shape;659;p18"/>
              <p:cNvGrpSpPr/>
              <p:nvPr/>
            </p:nvGrpSpPr>
            <p:grpSpPr>
              <a:xfrm>
                <a:off x="4901" y="2409"/>
                <a:ext cx="51" cy="10"/>
                <a:chOff x="4901" y="2409"/>
                <a:chExt cx="51" cy="10"/>
              </a:xfrm>
            </p:grpSpPr>
            <p:sp>
              <p:nvSpPr>
                <p:cNvPr id="660" name="Google Shape;660;p18"/>
                <p:cNvSpPr/>
                <p:nvPr/>
              </p:nvSpPr>
              <p:spPr>
                <a:xfrm>
                  <a:off x="4930" y="2409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6" y="9"/>
                      </a:lnTo>
                      <a:lnTo>
                        <a:pt x="4" y="9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3" y="2"/>
                      </a:lnTo>
                      <a:lnTo>
                        <a:pt x="2" y="6"/>
                      </a:lnTo>
                      <a:lnTo>
                        <a:pt x="4" y="6"/>
                      </a:lnTo>
                      <a:lnTo>
                        <a:pt x="4" y="7"/>
                      </a:lnTo>
                      <a:lnTo>
                        <a:pt x="2" y="7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8"/>
                <p:cNvSpPr/>
                <p:nvPr/>
              </p:nvSpPr>
              <p:spPr>
                <a:xfrm>
                  <a:off x="4901" y="2409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8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8"/>
                <p:cNvSpPr/>
                <p:nvPr/>
              </p:nvSpPr>
              <p:spPr>
                <a:xfrm>
                  <a:off x="4923" y="2409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8"/>
                <p:cNvSpPr/>
                <p:nvPr/>
              </p:nvSpPr>
              <p:spPr>
                <a:xfrm>
                  <a:off x="4908" y="2409"/>
                  <a:ext cx="8" cy="10"/>
                </a:xfrm>
                <a:custGeom>
                  <a:rect b="b" l="l" r="r" t="t"/>
                  <a:pathLst>
                    <a:path extrusionOk="0" h="10" w="8"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7" y="1"/>
                      </a:lnTo>
                      <a:lnTo>
                        <a:pt x="7" y="7"/>
                      </a:lnTo>
                      <a:lnTo>
                        <a:pt x="5" y="9"/>
                      </a:lnTo>
                      <a:lnTo>
                        <a:pt x="2" y="9"/>
                      </a:lnTo>
                      <a:lnTo>
                        <a:pt x="0" y="7"/>
                      </a:lnTo>
                      <a:lnTo>
                        <a:pt x="3" y="7"/>
                      </a:lnTo>
                      <a:lnTo>
                        <a:pt x="4" y="7"/>
                      </a:lnTo>
                      <a:lnTo>
                        <a:pt x="4" y="2"/>
                      </a:lnTo>
                      <a:lnTo>
                        <a:pt x="3" y="2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1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8"/>
                <p:cNvSpPr/>
                <p:nvPr/>
              </p:nvSpPr>
              <p:spPr>
                <a:xfrm>
                  <a:off x="4938" y="2409"/>
                  <a:ext cx="7" cy="10"/>
                </a:xfrm>
                <a:custGeom>
                  <a:rect b="b" l="l" r="r" t="t"/>
                  <a:pathLst>
                    <a:path extrusionOk="0" h="10" w="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3"/>
                      </a:lnTo>
                      <a:lnTo>
                        <a:pt x="5" y="4"/>
                      </a:lnTo>
                      <a:lnTo>
                        <a:pt x="6" y="6"/>
                      </a:lnTo>
                      <a:lnTo>
                        <a:pt x="6" y="9"/>
                      </a:lnTo>
                      <a:lnTo>
                        <a:pt x="4" y="9"/>
                      </a:lnTo>
                      <a:lnTo>
                        <a:pt x="4" y="6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2" y="1"/>
                      </a:lnTo>
                      <a:lnTo>
                        <a:pt x="4" y="1"/>
                      </a:lnTo>
                      <a:lnTo>
                        <a:pt x="4" y="4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8"/>
                <p:cNvSpPr/>
                <p:nvPr/>
              </p:nvSpPr>
              <p:spPr>
                <a:xfrm>
                  <a:off x="4946" y="2409"/>
                  <a:ext cx="6" cy="10"/>
                </a:xfrm>
                <a:custGeom>
                  <a:rect b="b" l="l" r="r" t="t"/>
                  <a:pathLst>
                    <a:path extrusionOk="0" h="10" w="6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5" y="1"/>
                      </a:lnTo>
                      <a:lnTo>
                        <a:pt x="5" y="3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5" y="5"/>
                      </a:lnTo>
                      <a:lnTo>
                        <a:pt x="5" y="8"/>
                      </a:lnTo>
                      <a:lnTo>
                        <a:pt x="4" y="9"/>
                      </a:lnTo>
                      <a:lnTo>
                        <a:pt x="1" y="9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8"/>
                <p:cNvSpPr/>
                <p:nvPr/>
              </p:nvSpPr>
              <p:spPr>
                <a:xfrm>
                  <a:off x="4917" y="2409"/>
                  <a:ext cx="5" cy="10"/>
                </a:xfrm>
                <a:custGeom>
                  <a:rect b="b" l="l" r="r" t="t"/>
                  <a:pathLst>
                    <a:path extrusionOk="0" h="10" w="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7" name="Google Shape;667;p18"/>
              <p:cNvGrpSpPr/>
              <p:nvPr/>
            </p:nvGrpSpPr>
            <p:grpSpPr>
              <a:xfrm>
                <a:off x="4293" y="2446"/>
                <a:ext cx="192" cy="15"/>
                <a:chOff x="4293" y="2446"/>
                <a:chExt cx="192" cy="15"/>
              </a:xfrm>
            </p:grpSpPr>
            <p:sp>
              <p:nvSpPr>
                <p:cNvPr id="668" name="Google Shape;668;p18"/>
                <p:cNvSpPr/>
                <p:nvPr/>
              </p:nvSpPr>
              <p:spPr>
                <a:xfrm>
                  <a:off x="4360" y="2446"/>
                  <a:ext cx="12" cy="15"/>
                </a:xfrm>
                <a:custGeom>
                  <a:rect b="b" l="l" r="r" t="t"/>
                  <a:pathLst>
                    <a:path extrusionOk="0" h="15" w="12">
                      <a:moveTo>
                        <a:pt x="3" y="0"/>
                      </a:moveTo>
                      <a:lnTo>
                        <a:pt x="8" y="0"/>
                      </a:lnTo>
                      <a:lnTo>
                        <a:pt x="11" y="14"/>
                      </a:lnTo>
                      <a:lnTo>
                        <a:pt x="7" y="14"/>
                      </a:lnTo>
                      <a:lnTo>
                        <a:pt x="7" y="11"/>
                      </a:lnTo>
                      <a:lnTo>
                        <a:pt x="7" y="9"/>
                      </a:lnTo>
                      <a:lnTo>
                        <a:pt x="5" y="2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7" y="11"/>
                      </a:lnTo>
                      <a:lnTo>
                        <a:pt x="4" y="11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8"/>
                <p:cNvSpPr/>
                <p:nvPr/>
              </p:nvSpPr>
              <p:spPr>
                <a:xfrm>
                  <a:off x="4438" y="2446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9" y="2"/>
                      </a:lnTo>
                      <a:lnTo>
                        <a:pt x="9" y="5"/>
                      </a:lnTo>
                      <a:lnTo>
                        <a:pt x="7" y="7"/>
                      </a:lnTo>
                      <a:lnTo>
                        <a:pt x="9" y="8"/>
                      </a:lnTo>
                      <a:lnTo>
                        <a:pt x="9" y="12"/>
                      </a:lnTo>
                      <a:lnTo>
                        <a:pt x="7" y="14"/>
                      </a:lnTo>
                      <a:lnTo>
                        <a:pt x="0" y="14"/>
                      </a:lnTo>
                      <a:lnTo>
                        <a:pt x="0" y="8"/>
                      </a:lnTo>
                      <a:lnTo>
                        <a:pt x="3" y="8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8"/>
                      </a:lnTo>
                      <a:lnTo>
                        <a:pt x="3" y="8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3"/>
                      </a:lnTo>
                      <a:lnTo>
                        <a:pt x="3" y="3"/>
                      </a:lnTo>
                      <a:lnTo>
                        <a:pt x="3" y="5"/>
                      </a:lnTo>
                      <a:lnTo>
                        <a:pt x="3" y="8"/>
                      </a:lnTo>
                      <a:lnTo>
                        <a:pt x="0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8"/>
                <p:cNvSpPr/>
                <p:nvPr/>
              </p:nvSpPr>
              <p:spPr>
                <a:xfrm>
                  <a:off x="4293" y="2446"/>
                  <a:ext cx="8" cy="15"/>
                </a:xfrm>
                <a:custGeom>
                  <a:rect b="b" l="l" r="r" t="t"/>
                  <a:pathLst>
                    <a:path extrusionOk="0" h="15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7" y="5"/>
                      </a:lnTo>
                      <a:lnTo>
                        <a:pt x="7" y="8"/>
                      </a:lnTo>
                      <a:lnTo>
                        <a:pt x="4" y="8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8"/>
                <p:cNvSpPr/>
                <p:nvPr/>
              </p:nvSpPr>
              <p:spPr>
                <a:xfrm>
                  <a:off x="4302" y="2446"/>
                  <a:ext cx="5" cy="15"/>
                </a:xfrm>
                <a:custGeom>
                  <a:rect b="b" l="l" r="r" t="t"/>
                  <a:pathLst>
                    <a:path extrusionOk="0" h="15" w="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8"/>
                <p:cNvSpPr/>
                <p:nvPr/>
              </p:nvSpPr>
              <p:spPr>
                <a:xfrm>
                  <a:off x="4475" y="2446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6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6" y="7"/>
                      </a:lnTo>
                      <a:lnTo>
                        <a:pt x="9" y="14"/>
                      </a:lnTo>
                      <a:lnTo>
                        <a:pt x="6" y="14"/>
                      </a:lnTo>
                      <a:lnTo>
                        <a:pt x="3" y="8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8"/>
                <p:cNvSpPr/>
                <p:nvPr/>
              </p:nvSpPr>
              <p:spPr>
                <a:xfrm>
                  <a:off x="4423" y="2446"/>
                  <a:ext cx="9" cy="15"/>
                </a:xfrm>
                <a:custGeom>
                  <a:rect b="b" l="l" r="r" t="t"/>
                  <a:pathLst>
                    <a:path extrusionOk="0" h="15" w="9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11"/>
                      </a:lnTo>
                      <a:lnTo>
                        <a:pt x="8" y="11"/>
                      </a:lnTo>
                      <a:lnTo>
                        <a:pt x="8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8"/>
                <p:cNvSpPr/>
                <p:nvPr/>
              </p:nvSpPr>
              <p:spPr>
                <a:xfrm>
                  <a:off x="4387" y="2446"/>
                  <a:ext cx="9" cy="15"/>
                </a:xfrm>
                <a:custGeom>
                  <a:rect b="b" l="l" r="r" t="t"/>
                  <a:pathLst>
                    <a:path extrusionOk="0" h="15" w="9">
                      <a:moveTo>
                        <a:pt x="2" y="0"/>
                      </a:moveTo>
                      <a:lnTo>
                        <a:pt x="6" y="0"/>
                      </a:lnTo>
                      <a:lnTo>
                        <a:pt x="8" y="2"/>
                      </a:lnTo>
                      <a:lnTo>
                        <a:pt x="8" y="11"/>
                      </a:lnTo>
                      <a:lnTo>
                        <a:pt x="6" y="13"/>
                      </a:lnTo>
                      <a:lnTo>
                        <a:pt x="5" y="13"/>
                      </a:lnTo>
                      <a:lnTo>
                        <a:pt x="5" y="14"/>
                      </a:lnTo>
                      <a:lnTo>
                        <a:pt x="3" y="14"/>
                      </a:lnTo>
                      <a:lnTo>
                        <a:pt x="3" y="13"/>
                      </a:lnTo>
                      <a:lnTo>
                        <a:pt x="2" y="13"/>
                      </a:lnTo>
                      <a:lnTo>
                        <a:pt x="0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3"/>
                      </a:lnTo>
                      <a:lnTo>
                        <a:pt x="3" y="3"/>
                      </a:lnTo>
                      <a:lnTo>
                        <a:pt x="3" y="11"/>
                      </a:lnTo>
                      <a:lnTo>
                        <a:pt x="0" y="11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8"/>
                <p:cNvSpPr/>
                <p:nvPr/>
              </p:nvSpPr>
              <p:spPr>
                <a:xfrm>
                  <a:off x="4309" y="2446"/>
                  <a:ext cx="9" cy="14"/>
                </a:xfrm>
                <a:custGeom>
                  <a:rect b="b" l="l" r="r" t="t"/>
                  <a:pathLst>
                    <a:path extrusionOk="0" h="14" w="9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8" y="1"/>
                      </a:lnTo>
                      <a:lnTo>
                        <a:pt x="8" y="5"/>
                      </a:lnTo>
                      <a:lnTo>
                        <a:pt x="6" y="7"/>
                      </a:lnTo>
                      <a:lnTo>
                        <a:pt x="8" y="8"/>
                      </a:lnTo>
                      <a:lnTo>
                        <a:pt x="8" y="13"/>
                      </a:lnTo>
                      <a:lnTo>
                        <a:pt x="5" y="13"/>
                      </a:lnTo>
                      <a:lnTo>
                        <a:pt x="5" y="8"/>
                      </a:lnTo>
                      <a:lnTo>
                        <a:pt x="5" y="6"/>
                      </a:lnTo>
                      <a:lnTo>
                        <a:pt x="3" y="6"/>
                      </a:lnTo>
                      <a:lnTo>
                        <a:pt x="3" y="2"/>
                      </a:lnTo>
                      <a:lnTo>
                        <a:pt x="5" y="2"/>
                      </a:lnTo>
                      <a:lnTo>
                        <a:pt x="5" y="6"/>
                      </a:lnTo>
                      <a:lnTo>
                        <a:pt x="5" y="8"/>
                      </a:lnTo>
                      <a:lnTo>
                        <a:pt x="3" y="8"/>
                      </a:lnTo>
                      <a:lnTo>
                        <a:pt x="3" y="13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8"/>
                <p:cNvSpPr/>
                <p:nvPr/>
              </p:nvSpPr>
              <p:spPr>
                <a:xfrm>
                  <a:off x="4321" y="2446"/>
                  <a:ext cx="9" cy="15"/>
                </a:xfrm>
                <a:custGeom>
                  <a:rect b="b" l="l" r="r" t="t"/>
                  <a:pathLst>
                    <a:path extrusionOk="0" h="15" w="9">
                      <a:moveTo>
                        <a:pt x="2" y="0"/>
                      </a:moveTo>
                      <a:lnTo>
                        <a:pt x="6" y="0"/>
                      </a:lnTo>
                      <a:lnTo>
                        <a:pt x="8" y="2"/>
                      </a:lnTo>
                      <a:lnTo>
                        <a:pt x="8" y="5"/>
                      </a:lnTo>
                      <a:lnTo>
                        <a:pt x="5" y="5"/>
                      </a:lnTo>
                      <a:lnTo>
                        <a:pt x="5" y="3"/>
                      </a:lnTo>
                      <a:lnTo>
                        <a:pt x="3" y="3"/>
                      </a:lnTo>
                      <a:lnTo>
                        <a:pt x="3" y="6"/>
                      </a:lnTo>
                      <a:lnTo>
                        <a:pt x="6" y="6"/>
                      </a:lnTo>
                      <a:lnTo>
                        <a:pt x="5" y="6"/>
                      </a:lnTo>
                      <a:lnTo>
                        <a:pt x="8" y="8"/>
                      </a:lnTo>
                      <a:lnTo>
                        <a:pt x="8" y="12"/>
                      </a:lnTo>
                      <a:lnTo>
                        <a:pt x="6" y="14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5" y="11"/>
                      </a:lnTo>
                      <a:lnTo>
                        <a:pt x="5" y="8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2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8"/>
                <p:cNvSpPr/>
                <p:nvPr/>
              </p:nvSpPr>
              <p:spPr>
                <a:xfrm>
                  <a:off x="4331" y="2446"/>
                  <a:ext cx="9" cy="15"/>
                </a:xfrm>
                <a:custGeom>
                  <a:rect b="b" l="l" r="r" t="t"/>
                  <a:pathLst>
                    <a:path extrusionOk="0" h="15" w="9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8" y="3"/>
                      </a:lnTo>
                      <a:lnTo>
                        <a:pt x="6" y="3"/>
                      </a:lnTo>
                      <a:lnTo>
                        <a:pt x="6" y="14"/>
                      </a:lnTo>
                      <a:lnTo>
                        <a:pt x="3" y="14"/>
                      </a:lnTo>
                      <a:lnTo>
                        <a:pt x="3" y="3"/>
                      </a:lnTo>
                      <a:lnTo>
                        <a:pt x="0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8"/>
                <p:cNvSpPr/>
                <p:nvPr/>
              </p:nvSpPr>
              <p:spPr>
                <a:xfrm>
                  <a:off x="4371" y="2446"/>
                  <a:ext cx="8" cy="15"/>
                </a:xfrm>
                <a:custGeom>
                  <a:rect b="b" l="l" r="r" t="t"/>
                  <a:pathLst>
                    <a:path extrusionOk="0" h="15" w="8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3"/>
                      </a:lnTo>
                      <a:lnTo>
                        <a:pt x="5" y="3"/>
                      </a:lnTo>
                      <a:lnTo>
                        <a:pt x="5" y="14"/>
                      </a:lnTo>
                      <a:lnTo>
                        <a:pt x="2" y="14"/>
                      </a:ln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8"/>
                <p:cNvSpPr/>
                <p:nvPr/>
              </p:nvSpPr>
              <p:spPr>
                <a:xfrm>
                  <a:off x="4382" y="2446"/>
                  <a:ext cx="4" cy="15"/>
                </a:xfrm>
                <a:custGeom>
                  <a:rect b="b" l="l" r="r" t="t"/>
                  <a:pathLst>
                    <a:path extrusionOk="0" h="15" w="4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8"/>
                <p:cNvSpPr/>
                <p:nvPr/>
              </p:nvSpPr>
              <p:spPr>
                <a:xfrm>
                  <a:off x="4347" y="2446"/>
                  <a:ext cx="11" cy="15"/>
                </a:xfrm>
                <a:custGeom>
                  <a:rect b="b" l="l" r="r" t="t"/>
                  <a:pathLst>
                    <a:path extrusionOk="0" h="15" w="11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6" y="7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0" y="14"/>
                      </a:lnTo>
                      <a:lnTo>
                        <a:pt x="6" y="14"/>
                      </a:lnTo>
                      <a:lnTo>
                        <a:pt x="4" y="7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8"/>
                <p:cNvSpPr/>
                <p:nvPr/>
              </p:nvSpPr>
              <p:spPr>
                <a:xfrm>
                  <a:off x="4399" y="2446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6" y="7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9" y="14"/>
                      </a:lnTo>
                      <a:lnTo>
                        <a:pt x="6" y="14"/>
                      </a:lnTo>
                      <a:lnTo>
                        <a:pt x="3" y="7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8"/>
                <p:cNvSpPr/>
                <p:nvPr/>
              </p:nvSpPr>
              <p:spPr>
                <a:xfrm>
                  <a:off x="4410" y="2446"/>
                  <a:ext cx="13" cy="15"/>
                </a:xfrm>
                <a:custGeom>
                  <a:rect b="b" l="l" r="r" t="t"/>
                  <a:pathLst>
                    <a:path extrusionOk="0" h="15" w="13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2" y="14"/>
                      </a:lnTo>
                      <a:lnTo>
                        <a:pt x="8" y="14"/>
                      </a:lnTo>
                      <a:lnTo>
                        <a:pt x="7" y="11"/>
                      </a:lnTo>
                      <a:lnTo>
                        <a:pt x="7" y="9"/>
                      </a:lnTo>
                      <a:lnTo>
                        <a:pt x="6" y="2"/>
                      </a:lnTo>
                      <a:lnTo>
                        <a:pt x="5" y="9"/>
                      </a:lnTo>
                      <a:lnTo>
                        <a:pt x="7" y="9"/>
                      </a:lnTo>
                      <a:lnTo>
                        <a:pt x="7" y="11"/>
                      </a:lnTo>
                      <a:lnTo>
                        <a:pt x="5" y="11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8"/>
                <p:cNvSpPr/>
                <p:nvPr/>
              </p:nvSpPr>
              <p:spPr>
                <a:xfrm>
                  <a:off x="4449" y="2446"/>
                  <a:ext cx="12" cy="15"/>
                </a:xfrm>
                <a:custGeom>
                  <a:rect b="b" l="l" r="r" t="t"/>
                  <a:pathLst>
                    <a:path extrusionOk="0" h="15" w="12">
                      <a:moveTo>
                        <a:pt x="3" y="0"/>
                      </a:moveTo>
                      <a:lnTo>
                        <a:pt x="8" y="0"/>
                      </a:lnTo>
                      <a:lnTo>
                        <a:pt x="11" y="14"/>
                      </a:lnTo>
                      <a:lnTo>
                        <a:pt x="7" y="14"/>
                      </a:lnTo>
                      <a:lnTo>
                        <a:pt x="7" y="11"/>
                      </a:lnTo>
                      <a:lnTo>
                        <a:pt x="7" y="9"/>
                      </a:lnTo>
                      <a:lnTo>
                        <a:pt x="6" y="2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7" y="11"/>
                      </a:lnTo>
                      <a:lnTo>
                        <a:pt x="4" y="11"/>
                      </a:lnTo>
                      <a:lnTo>
                        <a:pt x="4" y="14"/>
                      </a:lnTo>
                      <a:lnTo>
                        <a:pt x="0" y="14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8"/>
                <p:cNvSpPr/>
                <p:nvPr/>
              </p:nvSpPr>
              <p:spPr>
                <a:xfrm>
                  <a:off x="4462" y="2446"/>
                  <a:ext cx="10" cy="15"/>
                </a:xfrm>
                <a:custGeom>
                  <a:rect b="b" l="l" r="r" t="t"/>
                  <a:pathLst>
                    <a:path extrusionOk="0" h="15" w="10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6" y="7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9" y="14"/>
                      </a:lnTo>
                      <a:lnTo>
                        <a:pt x="6" y="14"/>
                      </a:lnTo>
                      <a:lnTo>
                        <a:pt x="3" y="7"/>
                      </a:lnTo>
                      <a:lnTo>
                        <a:pt x="3" y="14"/>
                      </a:lnTo>
                      <a:lnTo>
                        <a:pt x="0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5" name="Google Shape;685;p18"/>
              <p:cNvSpPr/>
              <p:nvPr/>
            </p:nvSpPr>
            <p:spPr>
              <a:xfrm>
                <a:off x="4294" y="2469"/>
                <a:ext cx="189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18"/>
              <p:cNvSpPr/>
              <p:nvPr/>
            </p:nvSpPr>
            <p:spPr>
              <a:xfrm>
                <a:off x="4303" y="2485"/>
                <a:ext cx="166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7" name="Google Shape;687;p18"/>
          <p:cNvGrpSpPr/>
          <p:nvPr/>
        </p:nvGrpSpPr>
        <p:grpSpPr>
          <a:xfrm>
            <a:off x="5638800" y="5257801"/>
            <a:ext cx="965200" cy="682625"/>
            <a:chOff x="2078" y="1353"/>
            <a:chExt cx="604" cy="428"/>
          </a:xfrm>
        </p:grpSpPr>
        <p:sp>
          <p:nvSpPr>
            <p:cNvPr id="688" name="Google Shape;688;p18"/>
            <p:cNvSpPr/>
            <p:nvPr/>
          </p:nvSpPr>
          <p:spPr>
            <a:xfrm>
              <a:off x="2078" y="1680"/>
              <a:ext cx="60" cy="33"/>
            </a:xfrm>
            <a:custGeom>
              <a:rect b="b" l="l" r="r" t="t"/>
              <a:pathLst>
                <a:path extrusionOk="0" h="33" w="60">
                  <a:moveTo>
                    <a:pt x="58" y="0"/>
                  </a:moveTo>
                  <a:lnTo>
                    <a:pt x="44" y="0"/>
                  </a:lnTo>
                  <a:lnTo>
                    <a:pt x="37" y="1"/>
                  </a:lnTo>
                  <a:lnTo>
                    <a:pt x="30" y="2"/>
                  </a:lnTo>
                  <a:lnTo>
                    <a:pt x="21" y="3"/>
                  </a:lnTo>
                  <a:lnTo>
                    <a:pt x="14" y="5"/>
                  </a:lnTo>
                  <a:lnTo>
                    <a:pt x="9" y="7"/>
                  </a:lnTo>
                  <a:lnTo>
                    <a:pt x="6" y="8"/>
                  </a:lnTo>
                  <a:lnTo>
                    <a:pt x="3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0"/>
                  </a:lnTo>
                  <a:lnTo>
                    <a:pt x="8" y="21"/>
                  </a:lnTo>
                  <a:lnTo>
                    <a:pt x="13" y="21"/>
                  </a:lnTo>
                  <a:lnTo>
                    <a:pt x="18" y="21"/>
                  </a:lnTo>
                  <a:lnTo>
                    <a:pt x="25" y="20"/>
                  </a:lnTo>
                  <a:lnTo>
                    <a:pt x="31" y="20"/>
                  </a:lnTo>
                  <a:lnTo>
                    <a:pt x="36" y="21"/>
                  </a:lnTo>
                  <a:lnTo>
                    <a:pt x="40" y="22"/>
                  </a:lnTo>
                  <a:lnTo>
                    <a:pt x="45" y="24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9" y="31"/>
                  </a:lnTo>
                </a:path>
              </a:pathLst>
            </a:custGeom>
            <a:noFill/>
            <a:ln cap="rnd" cmpd="sng" w="508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9" name="Google Shape;689;p18"/>
            <p:cNvGrpSpPr/>
            <p:nvPr/>
          </p:nvGrpSpPr>
          <p:grpSpPr>
            <a:xfrm>
              <a:off x="2128" y="1591"/>
              <a:ext cx="473" cy="147"/>
              <a:chOff x="2128" y="1591"/>
              <a:chExt cx="473" cy="147"/>
            </a:xfrm>
          </p:grpSpPr>
          <p:sp>
            <p:nvSpPr>
              <p:cNvPr id="690" name="Google Shape;690;p18"/>
              <p:cNvSpPr/>
              <p:nvPr/>
            </p:nvSpPr>
            <p:spPr>
              <a:xfrm>
                <a:off x="2131" y="1665"/>
                <a:ext cx="470" cy="73"/>
              </a:xfrm>
              <a:custGeom>
                <a:rect b="b" l="l" r="r" t="t"/>
                <a:pathLst>
                  <a:path extrusionOk="0" h="73" w="470">
                    <a:moveTo>
                      <a:pt x="0" y="4"/>
                    </a:moveTo>
                    <a:lnTo>
                      <a:pt x="0" y="36"/>
                    </a:lnTo>
                    <a:lnTo>
                      <a:pt x="381" y="72"/>
                    </a:lnTo>
                    <a:lnTo>
                      <a:pt x="469" y="28"/>
                    </a:lnTo>
                    <a:lnTo>
                      <a:pt x="469" y="0"/>
                    </a:lnTo>
                    <a:lnTo>
                      <a:pt x="378" y="38"/>
                    </a:lnTo>
                    <a:lnTo>
                      <a:pt x="0" y="4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8"/>
              <p:cNvSpPr/>
              <p:nvPr/>
            </p:nvSpPr>
            <p:spPr>
              <a:xfrm>
                <a:off x="2128" y="1591"/>
                <a:ext cx="383" cy="112"/>
              </a:xfrm>
              <a:custGeom>
                <a:rect b="b" l="l" r="r" t="t"/>
                <a:pathLst>
                  <a:path extrusionOk="0" h="112" w="383">
                    <a:moveTo>
                      <a:pt x="0" y="0"/>
                    </a:moveTo>
                    <a:lnTo>
                      <a:pt x="382" y="24"/>
                    </a:lnTo>
                    <a:lnTo>
                      <a:pt x="382" y="111"/>
                    </a:lnTo>
                    <a:lnTo>
                      <a:pt x="0" y="7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" name="Google Shape;692;p18"/>
              <p:cNvGrpSpPr/>
              <p:nvPr/>
            </p:nvGrpSpPr>
            <p:grpSpPr>
              <a:xfrm>
                <a:off x="2133" y="1616"/>
                <a:ext cx="376" cy="36"/>
                <a:chOff x="2133" y="1616"/>
                <a:chExt cx="376" cy="36"/>
              </a:xfrm>
            </p:grpSpPr>
            <p:cxnSp>
              <p:nvCxnSpPr>
                <p:cNvPr id="693" name="Google Shape;693;p18"/>
                <p:cNvCxnSpPr/>
                <p:nvPr/>
              </p:nvCxnSpPr>
              <p:spPr>
                <a:xfrm>
                  <a:off x="2133" y="1616"/>
                  <a:ext cx="375" cy="1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4" name="Google Shape;694;p18"/>
                <p:cNvCxnSpPr/>
                <p:nvPr/>
              </p:nvCxnSpPr>
              <p:spPr>
                <a:xfrm>
                  <a:off x="2418" y="1633"/>
                  <a:ext cx="64" cy="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" name="Google Shape;695;p18"/>
                <p:cNvCxnSpPr/>
                <p:nvPr/>
              </p:nvCxnSpPr>
              <p:spPr>
                <a:xfrm>
                  <a:off x="2325" y="1626"/>
                  <a:ext cx="63" cy="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" name="Google Shape;696;p18"/>
                <p:cNvCxnSpPr/>
                <p:nvPr/>
              </p:nvCxnSpPr>
              <p:spPr>
                <a:xfrm>
                  <a:off x="2133" y="1630"/>
                  <a:ext cx="376" cy="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97" name="Google Shape;697;p18"/>
            <p:cNvGrpSpPr/>
            <p:nvPr/>
          </p:nvGrpSpPr>
          <p:grpSpPr>
            <a:xfrm>
              <a:off x="2128" y="1574"/>
              <a:ext cx="474" cy="42"/>
              <a:chOff x="2128" y="1574"/>
              <a:chExt cx="474" cy="42"/>
            </a:xfrm>
          </p:grpSpPr>
          <p:sp>
            <p:nvSpPr>
              <p:cNvPr id="698" name="Google Shape;698;p18"/>
              <p:cNvSpPr/>
              <p:nvPr/>
            </p:nvSpPr>
            <p:spPr>
              <a:xfrm>
                <a:off x="2128" y="1574"/>
                <a:ext cx="474" cy="42"/>
              </a:xfrm>
              <a:custGeom>
                <a:rect b="b" l="l" r="r" t="t"/>
                <a:pathLst>
                  <a:path extrusionOk="0" h="42" w="474">
                    <a:moveTo>
                      <a:pt x="0" y="16"/>
                    </a:moveTo>
                    <a:lnTo>
                      <a:pt x="382" y="41"/>
                    </a:lnTo>
                    <a:lnTo>
                      <a:pt x="473" y="17"/>
                    </a:lnTo>
                    <a:lnTo>
                      <a:pt x="441" y="14"/>
                    </a:lnTo>
                    <a:lnTo>
                      <a:pt x="146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8"/>
              <p:cNvSpPr/>
              <p:nvPr/>
            </p:nvSpPr>
            <p:spPr>
              <a:xfrm>
                <a:off x="2236" y="1583"/>
                <a:ext cx="348" cy="27"/>
              </a:xfrm>
              <a:custGeom>
                <a:rect b="b" l="l" r="r" t="t"/>
                <a:pathLst>
                  <a:path extrusionOk="0" h="27" w="348">
                    <a:moveTo>
                      <a:pt x="28" y="0"/>
                    </a:moveTo>
                    <a:lnTo>
                      <a:pt x="0" y="10"/>
                    </a:lnTo>
                    <a:lnTo>
                      <a:pt x="280" y="26"/>
                    </a:lnTo>
                    <a:lnTo>
                      <a:pt x="326" y="15"/>
                    </a:lnTo>
                    <a:lnTo>
                      <a:pt x="322" y="13"/>
                    </a:lnTo>
                    <a:lnTo>
                      <a:pt x="347" y="6"/>
                    </a:lnTo>
                    <a:lnTo>
                      <a:pt x="331" y="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0" name="Google Shape;700;p18"/>
            <p:cNvGrpSpPr/>
            <p:nvPr/>
          </p:nvGrpSpPr>
          <p:grpSpPr>
            <a:xfrm>
              <a:off x="2516" y="1359"/>
              <a:ext cx="85" cy="245"/>
              <a:chOff x="2516" y="1359"/>
              <a:chExt cx="85" cy="245"/>
            </a:xfrm>
          </p:grpSpPr>
          <p:grpSp>
            <p:nvGrpSpPr>
              <p:cNvPr id="701" name="Google Shape;701;p18"/>
              <p:cNvGrpSpPr/>
              <p:nvPr/>
            </p:nvGrpSpPr>
            <p:grpSpPr>
              <a:xfrm>
                <a:off x="2549" y="1390"/>
                <a:ext cx="52" cy="205"/>
                <a:chOff x="2549" y="1390"/>
                <a:chExt cx="52" cy="205"/>
              </a:xfrm>
            </p:grpSpPr>
            <p:sp>
              <p:nvSpPr>
                <p:cNvPr id="702" name="Google Shape;702;p18"/>
                <p:cNvSpPr/>
                <p:nvPr/>
              </p:nvSpPr>
              <p:spPr>
                <a:xfrm>
                  <a:off x="2549" y="1390"/>
                  <a:ext cx="52" cy="205"/>
                </a:xfrm>
                <a:custGeom>
                  <a:rect b="b" l="l" r="r" t="t"/>
                  <a:pathLst>
                    <a:path extrusionOk="0" h="205" w="52">
                      <a:moveTo>
                        <a:pt x="5" y="0"/>
                      </a:moveTo>
                      <a:lnTo>
                        <a:pt x="51" y="17"/>
                      </a:lnTo>
                      <a:lnTo>
                        <a:pt x="47" y="96"/>
                      </a:lnTo>
                      <a:lnTo>
                        <a:pt x="42" y="192"/>
                      </a:lnTo>
                      <a:lnTo>
                        <a:pt x="0" y="204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9F9F9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3" name="Google Shape;703;p18"/>
                <p:cNvGrpSpPr/>
                <p:nvPr/>
              </p:nvGrpSpPr>
              <p:grpSpPr>
                <a:xfrm>
                  <a:off x="2552" y="1403"/>
                  <a:ext cx="44" cy="172"/>
                  <a:chOff x="2552" y="1403"/>
                  <a:chExt cx="44" cy="172"/>
                </a:xfrm>
              </p:grpSpPr>
              <p:grpSp>
                <p:nvGrpSpPr>
                  <p:cNvPr id="704" name="Google Shape;704;p18"/>
                  <p:cNvGrpSpPr/>
                  <p:nvPr/>
                </p:nvGrpSpPr>
                <p:grpSpPr>
                  <a:xfrm>
                    <a:off x="2552" y="1403"/>
                    <a:ext cx="44" cy="172"/>
                    <a:chOff x="2552" y="1403"/>
                    <a:chExt cx="44" cy="172"/>
                  </a:xfrm>
                </p:grpSpPr>
                <p:grpSp>
                  <p:nvGrpSpPr>
                    <p:cNvPr id="705" name="Google Shape;705;p18"/>
                    <p:cNvGrpSpPr/>
                    <p:nvPr/>
                  </p:nvGrpSpPr>
                  <p:grpSpPr>
                    <a:xfrm>
                      <a:off x="2552" y="1403"/>
                      <a:ext cx="44" cy="99"/>
                      <a:chOff x="2552" y="1403"/>
                      <a:chExt cx="44" cy="99"/>
                    </a:xfrm>
                  </p:grpSpPr>
                  <p:grpSp>
                    <p:nvGrpSpPr>
                      <p:cNvPr id="706" name="Google Shape;706;p18"/>
                      <p:cNvGrpSpPr/>
                      <p:nvPr/>
                    </p:nvGrpSpPr>
                    <p:grpSpPr>
                      <a:xfrm>
                        <a:off x="2556" y="1403"/>
                        <a:ext cx="40" cy="47"/>
                        <a:chOff x="2556" y="1403"/>
                        <a:chExt cx="40" cy="47"/>
                      </a:xfrm>
                    </p:grpSpPr>
                    <p:cxnSp>
                      <p:nvCxnSpPr>
                        <p:cNvPr id="707" name="Google Shape;707;p18"/>
                        <p:cNvCxnSpPr/>
                        <p:nvPr/>
                      </p:nvCxnSpPr>
                      <p:spPr>
                        <a:xfrm>
                          <a:off x="2557" y="1403"/>
                          <a:ext cx="39" cy="8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08" name="Google Shape;708;p18"/>
                        <p:cNvCxnSpPr/>
                        <p:nvPr/>
                      </p:nvCxnSpPr>
                      <p:spPr>
                        <a:xfrm>
                          <a:off x="2557" y="1412"/>
                          <a:ext cx="39" cy="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09" name="Google Shape;709;p18"/>
                        <p:cNvCxnSpPr/>
                        <p:nvPr/>
                      </p:nvCxnSpPr>
                      <p:spPr>
                        <a:xfrm>
                          <a:off x="2557" y="1421"/>
                          <a:ext cx="39" cy="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10" name="Google Shape;710;p18"/>
                        <p:cNvCxnSpPr/>
                        <p:nvPr/>
                      </p:nvCxnSpPr>
                      <p:spPr>
                        <a:xfrm>
                          <a:off x="2557" y="1430"/>
                          <a:ext cx="39" cy="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11" name="Google Shape;711;p18"/>
                        <p:cNvCxnSpPr/>
                        <p:nvPr/>
                      </p:nvCxnSpPr>
                      <p:spPr>
                        <a:xfrm>
                          <a:off x="2556" y="1439"/>
                          <a:ext cx="39" cy="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12" name="Google Shape;712;p18"/>
                        <p:cNvCxnSpPr/>
                        <p:nvPr/>
                      </p:nvCxnSpPr>
                      <p:spPr>
                        <a:xfrm>
                          <a:off x="2556" y="1448"/>
                          <a:ext cx="38" cy="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cxnSp>
                    <p:nvCxnSpPr>
                      <p:cNvPr id="713" name="Google Shape;713;p18"/>
                      <p:cNvCxnSpPr/>
                      <p:nvPr/>
                    </p:nvCxnSpPr>
                    <p:spPr>
                      <a:xfrm>
                        <a:off x="2552" y="1466"/>
                        <a:ext cx="41" cy="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14" name="Google Shape;714;p18"/>
                      <p:cNvCxnSpPr/>
                      <p:nvPr/>
                    </p:nvCxnSpPr>
                    <p:spPr>
                      <a:xfrm>
                        <a:off x="2553" y="1471"/>
                        <a:ext cx="40" cy="6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15" name="Google Shape;715;p18"/>
                      <p:cNvCxnSpPr/>
                      <p:nvPr/>
                    </p:nvCxnSpPr>
                    <p:spPr>
                      <a:xfrm>
                        <a:off x="2553" y="1479"/>
                        <a:ext cx="39" cy="7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16" name="Google Shape;716;p18"/>
                      <p:cNvCxnSpPr/>
                      <p:nvPr/>
                    </p:nvCxnSpPr>
                    <p:spPr>
                      <a:xfrm>
                        <a:off x="2553" y="1489"/>
                        <a:ext cx="39" cy="5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17" name="Google Shape;717;p18"/>
                      <p:cNvCxnSpPr/>
                      <p:nvPr/>
                    </p:nvCxnSpPr>
                    <p:spPr>
                      <a:xfrm>
                        <a:off x="2553" y="1498"/>
                        <a:ext cx="39" cy="4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718" name="Google Shape;718;p18"/>
                    <p:cNvGrpSpPr/>
                    <p:nvPr/>
                  </p:nvGrpSpPr>
                  <p:grpSpPr>
                    <a:xfrm>
                      <a:off x="2553" y="1508"/>
                      <a:ext cx="38" cy="67"/>
                      <a:chOff x="2553" y="1508"/>
                      <a:chExt cx="38" cy="67"/>
                    </a:xfrm>
                  </p:grpSpPr>
                  <p:cxnSp>
                    <p:nvCxnSpPr>
                      <p:cNvPr id="719" name="Google Shape;719;p18"/>
                      <p:cNvCxnSpPr/>
                      <p:nvPr/>
                    </p:nvCxnSpPr>
                    <p:spPr>
                      <a:xfrm>
                        <a:off x="2553" y="1508"/>
                        <a:ext cx="38" cy="2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0" name="Google Shape;720;p18"/>
                      <p:cNvCxnSpPr/>
                      <p:nvPr/>
                    </p:nvCxnSpPr>
                    <p:spPr>
                      <a:xfrm>
                        <a:off x="2554" y="1517"/>
                        <a:ext cx="37" cy="1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1" name="Google Shape;721;p18"/>
                      <p:cNvCxnSpPr/>
                      <p:nvPr/>
                    </p:nvCxnSpPr>
                    <p:spPr>
                      <a:xfrm>
                        <a:off x="2553" y="1526"/>
                        <a:ext cx="37" cy="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2" name="Google Shape;722;p18"/>
                      <p:cNvCxnSpPr/>
                      <p:nvPr/>
                    </p:nvCxnSpPr>
                    <p:spPr>
                      <a:xfrm flipH="1" rot="10800000">
                        <a:off x="2553" y="1530"/>
                        <a:ext cx="37" cy="9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3" name="Google Shape;723;p18"/>
                      <p:cNvCxnSpPr/>
                      <p:nvPr/>
                    </p:nvCxnSpPr>
                    <p:spPr>
                      <a:xfrm flipH="1" rot="10800000">
                        <a:off x="2553" y="1538"/>
                        <a:ext cx="36" cy="1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4" name="Google Shape;724;p18"/>
                      <p:cNvCxnSpPr/>
                      <p:nvPr/>
                    </p:nvCxnSpPr>
                    <p:spPr>
                      <a:xfrm flipH="1" rot="10800000">
                        <a:off x="2553" y="1546"/>
                        <a:ext cx="36" cy="11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5" name="Google Shape;725;p18"/>
                      <p:cNvCxnSpPr/>
                      <p:nvPr/>
                    </p:nvCxnSpPr>
                    <p:spPr>
                      <a:xfrm flipH="1" rot="10800000">
                        <a:off x="2553" y="1553"/>
                        <a:ext cx="36" cy="1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726" name="Google Shape;726;p18"/>
                      <p:cNvCxnSpPr/>
                      <p:nvPr/>
                    </p:nvCxnSpPr>
                    <p:spPr>
                      <a:xfrm flipH="1" rot="10800000">
                        <a:off x="2553" y="1562"/>
                        <a:ext cx="35" cy="1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cxnSp>
                <p:nvCxnSpPr>
                  <p:cNvPr id="727" name="Google Shape;727;p18"/>
                  <p:cNvCxnSpPr/>
                  <p:nvPr/>
                </p:nvCxnSpPr>
                <p:spPr>
                  <a:xfrm>
                    <a:off x="2555" y="1457"/>
                    <a:ext cx="39" cy="1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7F7F7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728" name="Google Shape;728;p18"/>
              <p:cNvGrpSpPr/>
              <p:nvPr/>
            </p:nvGrpSpPr>
            <p:grpSpPr>
              <a:xfrm>
                <a:off x="2516" y="1359"/>
                <a:ext cx="45" cy="245"/>
                <a:chOff x="2516" y="1359"/>
                <a:chExt cx="45" cy="245"/>
              </a:xfrm>
            </p:grpSpPr>
            <p:sp>
              <p:nvSpPr>
                <p:cNvPr id="729" name="Google Shape;729;p18"/>
                <p:cNvSpPr/>
                <p:nvPr/>
              </p:nvSpPr>
              <p:spPr>
                <a:xfrm>
                  <a:off x="2516" y="1359"/>
                  <a:ext cx="45" cy="245"/>
                </a:xfrm>
                <a:custGeom>
                  <a:rect b="b" l="l" r="r" t="t"/>
                  <a:pathLst>
                    <a:path extrusionOk="0" h="245" w="45">
                      <a:moveTo>
                        <a:pt x="11" y="0"/>
                      </a:moveTo>
                      <a:lnTo>
                        <a:pt x="42" y="13"/>
                      </a:lnTo>
                      <a:lnTo>
                        <a:pt x="44" y="15"/>
                      </a:lnTo>
                      <a:lnTo>
                        <a:pt x="35" y="234"/>
                      </a:lnTo>
                      <a:lnTo>
                        <a:pt x="31" y="237"/>
                      </a:lnTo>
                      <a:lnTo>
                        <a:pt x="0" y="244"/>
                      </a:lnTo>
                      <a:lnTo>
                        <a:pt x="4" y="240"/>
                      </a:lnTo>
                      <a:lnTo>
                        <a:pt x="4" y="237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18"/>
                <p:cNvSpPr/>
                <p:nvPr/>
              </p:nvSpPr>
              <p:spPr>
                <a:xfrm>
                  <a:off x="2557" y="1373"/>
                  <a:ext cx="4" cy="4"/>
                </a:xfrm>
                <a:custGeom>
                  <a:rect b="b" l="l" r="r" t="t"/>
                  <a:pathLst>
                    <a:path extrusionOk="0" fill="none" h="21600" w="27534">
                      <a:moveTo>
                        <a:pt x="0" y="831"/>
                      </a:moveTo>
                      <a:cubicBezTo>
                        <a:pt x="1929" y="279"/>
                        <a:pt x="3927" y="-1"/>
                        <a:pt x="5934" y="0"/>
                      </a:cubicBezTo>
                      <a:cubicBezTo>
                        <a:pt x="17863" y="0"/>
                        <a:pt x="27534" y="9670"/>
                        <a:pt x="27534" y="21600"/>
                      </a:cubicBezTo>
                    </a:path>
                    <a:path extrusionOk="0" h="21600" w="27534">
                      <a:moveTo>
                        <a:pt x="0" y="831"/>
                      </a:moveTo>
                      <a:cubicBezTo>
                        <a:pt x="1929" y="279"/>
                        <a:pt x="3927" y="-1"/>
                        <a:pt x="5934" y="0"/>
                      </a:cubicBezTo>
                      <a:cubicBezTo>
                        <a:pt x="17863" y="0"/>
                        <a:pt x="27534" y="9670"/>
                        <a:pt x="27534" y="21600"/>
                      </a:cubicBezTo>
                      <a:lnTo>
                        <a:pt x="5934" y="21600"/>
                      </a:lnTo>
                      <a:lnTo>
                        <a:pt x="0" y="831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1" name="Google Shape;731;p18"/>
            <p:cNvGrpSpPr/>
            <p:nvPr/>
          </p:nvGrpSpPr>
          <p:grpSpPr>
            <a:xfrm>
              <a:off x="2533" y="1728"/>
              <a:ext cx="149" cy="53"/>
              <a:chOff x="2533" y="1728"/>
              <a:chExt cx="149" cy="53"/>
            </a:xfrm>
          </p:grpSpPr>
          <p:sp>
            <p:nvSpPr>
              <p:cNvPr id="732" name="Google Shape;732;p18"/>
              <p:cNvSpPr/>
              <p:nvPr/>
            </p:nvSpPr>
            <p:spPr>
              <a:xfrm>
                <a:off x="2533" y="1728"/>
                <a:ext cx="149" cy="36"/>
              </a:xfrm>
              <a:custGeom>
                <a:rect b="b" l="l" r="r" t="t"/>
                <a:pathLst>
                  <a:path extrusionOk="0" h="36" w="149">
                    <a:moveTo>
                      <a:pt x="0" y="0"/>
                    </a:moveTo>
                    <a:lnTo>
                      <a:pt x="28" y="2"/>
                    </a:lnTo>
                    <a:lnTo>
                      <a:pt x="48" y="3"/>
                    </a:lnTo>
                    <a:lnTo>
                      <a:pt x="66" y="4"/>
                    </a:lnTo>
                    <a:lnTo>
                      <a:pt x="85" y="6"/>
                    </a:lnTo>
                    <a:lnTo>
                      <a:pt x="98" y="8"/>
                    </a:lnTo>
                    <a:lnTo>
                      <a:pt x="113" y="11"/>
                    </a:lnTo>
                    <a:lnTo>
                      <a:pt x="122" y="12"/>
                    </a:lnTo>
                    <a:lnTo>
                      <a:pt x="128" y="13"/>
                    </a:lnTo>
                    <a:lnTo>
                      <a:pt x="132" y="14"/>
                    </a:lnTo>
                    <a:lnTo>
                      <a:pt x="135" y="15"/>
                    </a:lnTo>
                    <a:lnTo>
                      <a:pt x="139" y="16"/>
                    </a:lnTo>
                    <a:lnTo>
                      <a:pt x="143" y="17"/>
                    </a:lnTo>
                    <a:lnTo>
                      <a:pt x="146" y="19"/>
                    </a:lnTo>
                    <a:lnTo>
                      <a:pt x="148" y="21"/>
                    </a:lnTo>
                    <a:lnTo>
                      <a:pt x="148" y="22"/>
                    </a:lnTo>
                    <a:lnTo>
                      <a:pt x="147" y="24"/>
                    </a:lnTo>
                    <a:lnTo>
                      <a:pt x="146" y="27"/>
                    </a:lnTo>
                    <a:lnTo>
                      <a:pt x="144" y="29"/>
                    </a:lnTo>
                    <a:lnTo>
                      <a:pt x="142" y="30"/>
                    </a:lnTo>
                    <a:lnTo>
                      <a:pt x="139" y="32"/>
                    </a:lnTo>
                    <a:lnTo>
                      <a:pt x="135" y="34"/>
                    </a:lnTo>
                    <a:lnTo>
                      <a:pt x="131" y="34"/>
                    </a:lnTo>
                    <a:lnTo>
                      <a:pt x="127" y="35"/>
                    </a:lnTo>
                    <a:lnTo>
                      <a:pt x="121" y="35"/>
                    </a:lnTo>
                    <a:lnTo>
                      <a:pt x="116" y="35"/>
                    </a:lnTo>
                    <a:lnTo>
                      <a:pt x="108" y="33"/>
                    </a:lnTo>
                  </a:path>
                </a:pathLst>
              </a:custGeom>
              <a:noFill/>
              <a:ln cap="rnd" cmpd="sng" w="25400">
                <a:solidFill>
                  <a:srgbClr val="C0C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3" name="Google Shape;733;p18"/>
              <p:cNvGrpSpPr/>
              <p:nvPr/>
            </p:nvGrpSpPr>
            <p:grpSpPr>
              <a:xfrm>
                <a:off x="2538" y="1745"/>
                <a:ext cx="104" cy="36"/>
                <a:chOff x="2538" y="1745"/>
                <a:chExt cx="104" cy="36"/>
              </a:xfrm>
            </p:grpSpPr>
            <p:grpSp>
              <p:nvGrpSpPr>
                <p:cNvPr id="734" name="Google Shape;734;p18"/>
                <p:cNvGrpSpPr/>
                <p:nvPr/>
              </p:nvGrpSpPr>
              <p:grpSpPr>
                <a:xfrm>
                  <a:off x="2538" y="1745"/>
                  <a:ext cx="104" cy="36"/>
                  <a:chOff x="2538" y="1745"/>
                  <a:chExt cx="104" cy="36"/>
                </a:xfrm>
              </p:grpSpPr>
              <p:sp>
                <p:nvSpPr>
                  <p:cNvPr id="735" name="Google Shape;735;p18"/>
                  <p:cNvSpPr/>
                  <p:nvPr/>
                </p:nvSpPr>
                <p:spPr>
                  <a:xfrm>
                    <a:off x="2538" y="1745"/>
                    <a:ext cx="64" cy="23"/>
                  </a:xfrm>
                  <a:custGeom>
                    <a:rect b="b" l="l" r="r" t="t"/>
                    <a:pathLst>
                      <a:path extrusionOk="0" h="23" w="64">
                        <a:moveTo>
                          <a:pt x="0" y="13"/>
                        </a:moveTo>
                        <a:lnTo>
                          <a:pt x="16" y="0"/>
                        </a:lnTo>
                        <a:lnTo>
                          <a:pt x="63" y="7"/>
                        </a:lnTo>
                        <a:lnTo>
                          <a:pt x="45" y="22"/>
                        </a:lnTo>
                        <a:lnTo>
                          <a:pt x="0" y="13"/>
                        </a:lnTo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6" name="Google Shape;736;p18"/>
                  <p:cNvSpPr/>
                  <p:nvPr/>
                </p:nvSpPr>
                <p:spPr>
                  <a:xfrm>
                    <a:off x="2538" y="1759"/>
                    <a:ext cx="46" cy="22"/>
                  </a:xfrm>
                  <a:custGeom>
                    <a:rect b="b" l="l" r="r" t="t"/>
                    <a:pathLst>
                      <a:path extrusionOk="0" h="22" w="46">
                        <a:moveTo>
                          <a:pt x="0" y="0"/>
                        </a:moveTo>
                        <a:lnTo>
                          <a:pt x="0" y="12"/>
                        </a:lnTo>
                        <a:lnTo>
                          <a:pt x="45" y="21"/>
                        </a:lnTo>
                        <a:lnTo>
                          <a:pt x="45" y="9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18"/>
                  <p:cNvSpPr/>
                  <p:nvPr/>
                </p:nvSpPr>
                <p:spPr>
                  <a:xfrm>
                    <a:off x="2584" y="1753"/>
                    <a:ext cx="58" cy="28"/>
                  </a:xfrm>
                  <a:custGeom>
                    <a:rect b="b" l="l" r="r" t="t"/>
                    <a:pathLst>
                      <a:path extrusionOk="0" h="28" w="58">
                        <a:moveTo>
                          <a:pt x="0" y="15"/>
                        </a:moveTo>
                        <a:lnTo>
                          <a:pt x="18" y="0"/>
                        </a:lnTo>
                        <a:lnTo>
                          <a:pt x="57" y="4"/>
                        </a:lnTo>
                        <a:lnTo>
                          <a:pt x="57" y="15"/>
                        </a:lnTo>
                        <a:lnTo>
                          <a:pt x="0" y="27"/>
                        </a:lnTo>
                        <a:lnTo>
                          <a:pt x="0" y="15"/>
                        </a:lnTo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738;p18"/>
                  <p:cNvSpPr/>
                  <p:nvPr/>
                </p:nvSpPr>
                <p:spPr>
                  <a:xfrm>
                    <a:off x="2555" y="1745"/>
                    <a:ext cx="87" cy="12"/>
                  </a:xfrm>
                  <a:custGeom>
                    <a:rect b="b" l="l" r="r" t="t"/>
                    <a:pathLst>
                      <a:path extrusionOk="0" h="12" w="87">
                        <a:moveTo>
                          <a:pt x="0" y="0"/>
                        </a:moveTo>
                        <a:lnTo>
                          <a:pt x="43" y="3"/>
                        </a:lnTo>
                        <a:lnTo>
                          <a:pt x="86" y="11"/>
                        </a:lnTo>
                        <a:lnTo>
                          <a:pt x="47" y="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9" name="Google Shape;739;p18"/>
                <p:cNvGrpSpPr/>
                <p:nvPr/>
              </p:nvGrpSpPr>
              <p:grpSpPr>
                <a:xfrm>
                  <a:off x="2543" y="1752"/>
                  <a:ext cx="95" cy="23"/>
                  <a:chOff x="2543" y="1752"/>
                  <a:chExt cx="95" cy="23"/>
                </a:xfrm>
              </p:grpSpPr>
              <p:cxnSp>
                <p:nvCxnSpPr>
                  <p:cNvPr id="740" name="Google Shape;740;p18"/>
                  <p:cNvCxnSpPr/>
                  <p:nvPr/>
                </p:nvCxnSpPr>
                <p:spPr>
                  <a:xfrm>
                    <a:off x="2543" y="1766"/>
                    <a:ext cx="38" cy="1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7F7F7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41" name="Google Shape;741;p18"/>
                  <p:cNvCxnSpPr/>
                  <p:nvPr/>
                </p:nvCxnSpPr>
                <p:spPr>
                  <a:xfrm flipH="1" rot="10800000">
                    <a:off x="2589" y="1752"/>
                    <a:ext cx="12" cy="23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5F5F5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42" name="Google Shape;742;p18"/>
                  <p:cNvCxnSpPr/>
                  <p:nvPr/>
                </p:nvCxnSpPr>
                <p:spPr>
                  <a:xfrm>
                    <a:off x="2609" y="1756"/>
                    <a:ext cx="29" cy="3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5F5F5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743" name="Google Shape;743;p18"/>
            <p:cNvSpPr/>
            <p:nvPr/>
          </p:nvSpPr>
          <p:spPr>
            <a:xfrm>
              <a:off x="2513" y="1663"/>
              <a:ext cx="88" cy="75"/>
            </a:xfrm>
            <a:custGeom>
              <a:rect b="b" l="l" r="r" t="t"/>
              <a:pathLst>
                <a:path extrusionOk="0" h="75" w="88">
                  <a:moveTo>
                    <a:pt x="0" y="37"/>
                  </a:moveTo>
                  <a:lnTo>
                    <a:pt x="87" y="0"/>
                  </a:lnTo>
                  <a:lnTo>
                    <a:pt x="87" y="30"/>
                  </a:lnTo>
                  <a:lnTo>
                    <a:pt x="0" y="74"/>
                  </a:lnTo>
                  <a:lnTo>
                    <a:pt x="0" y="37"/>
                  </a:lnTo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2512" y="1592"/>
              <a:ext cx="90" cy="111"/>
            </a:xfrm>
            <a:custGeom>
              <a:rect b="b" l="l" r="r" t="t"/>
              <a:pathLst>
                <a:path extrusionOk="0" h="111" w="90">
                  <a:moveTo>
                    <a:pt x="0" y="23"/>
                  </a:moveTo>
                  <a:lnTo>
                    <a:pt x="89" y="0"/>
                  </a:lnTo>
                  <a:lnTo>
                    <a:pt x="89" y="73"/>
                  </a:lnTo>
                  <a:lnTo>
                    <a:pt x="0" y="110"/>
                  </a:lnTo>
                  <a:lnTo>
                    <a:pt x="0" y="23"/>
                  </a:lnTo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2262" y="1393"/>
              <a:ext cx="228" cy="170"/>
            </a:xfrm>
            <a:custGeom>
              <a:rect b="b" l="l" r="r" t="t"/>
              <a:pathLst>
                <a:path extrusionOk="0" h="170" w="228">
                  <a:moveTo>
                    <a:pt x="9" y="0"/>
                  </a:moveTo>
                  <a:lnTo>
                    <a:pt x="227" y="0"/>
                  </a:lnTo>
                  <a:lnTo>
                    <a:pt x="218" y="169"/>
                  </a:lnTo>
                  <a:lnTo>
                    <a:pt x="0" y="159"/>
                  </a:lnTo>
                  <a:lnTo>
                    <a:pt x="9" y="0"/>
                  </a:lnTo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2115" y="1679"/>
              <a:ext cx="421" cy="77"/>
            </a:xfrm>
            <a:custGeom>
              <a:rect b="b" l="l" r="r" t="t"/>
              <a:pathLst>
                <a:path extrusionOk="0" h="77" w="421">
                  <a:moveTo>
                    <a:pt x="68" y="0"/>
                  </a:moveTo>
                  <a:lnTo>
                    <a:pt x="420" y="31"/>
                  </a:lnTo>
                  <a:lnTo>
                    <a:pt x="396" y="59"/>
                  </a:lnTo>
                  <a:lnTo>
                    <a:pt x="371" y="76"/>
                  </a:lnTo>
                  <a:lnTo>
                    <a:pt x="0" y="38"/>
                  </a:lnTo>
                  <a:lnTo>
                    <a:pt x="28" y="27"/>
                  </a:lnTo>
                  <a:lnTo>
                    <a:pt x="68" y="0"/>
                  </a:lnTo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7" name="Google Shape;747;p18"/>
            <p:cNvGrpSpPr/>
            <p:nvPr/>
          </p:nvGrpSpPr>
          <p:grpSpPr>
            <a:xfrm>
              <a:off x="2516" y="1594"/>
              <a:ext cx="82" cy="100"/>
              <a:chOff x="2516" y="1594"/>
              <a:chExt cx="82" cy="100"/>
            </a:xfrm>
          </p:grpSpPr>
          <p:cxnSp>
            <p:nvCxnSpPr>
              <p:cNvPr id="748" name="Google Shape;748;p18"/>
              <p:cNvCxnSpPr/>
              <p:nvPr/>
            </p:nvCxnSpPr>
            <p:spPr>
              <a:xfrm flipH="1" rot="10800000">
                <a:off x="2516" y="1622"/>
                <a:ext cx="82" cy="3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18"/>
              <p:cNvCxnSpPr/>
              <p:nvPr/>
            </p:nvCxnSpPr>
            <p:spPr>
              <a:xfrm flipH="1" rot="10800000">
                <a:off x="2530" y="1631"/>
                <a:ext cx="67" cy="3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18"/>
              <p:cNvCxnSpPr/>
              <p:nvPr/>
            </p:nvCxnSpPr>
            <p:spPr>
              <a:xfrm flipH="1" rot="10800000">
                <a:off x="2530" y="1640"/>
                <a:ext cx="67" cy="3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 flipH="1" rot="10800000">
                <a:off x="2530" y="1647"/>
                <a:ext cx="68" cy="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 flipH="1" rot="10800000">
                <a:off x="2530" y="1655"/>
                <a:ext cx="68" cy="3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 flipH="1" rot="10800000">
                <a:off x="2530" y="1614"/>
                <a:ext cx="68" cy="3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 flipH="1" rot="10800000">
                <a:off x="2532" y="1605"/>
                <a:ext cx="66" cy="2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 flipH="1" rot="10800000">
                <a:off x="2530" y="1594"/>
                <a:ext cx="67" cy="3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>
                <a:off x="2526" y="1617"/>
                <a:ext cx="0" cy="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57" name="Google Shape;757;p18"/>
            <p:cNvGrpSpPr/>
            <p:nvPr/>
          </p:nvGrpSpPr>
          <p:grpSpPr>
            <a:xfrm>
              <a:off x="2231" y="1353"/>
              <a:ext cx="299" cy="251"/>
              <a:chOff x="2231" y="1353"/>
              <a:chExt cx="299" cy="251"/>
            </a:xfrm>
          </p:grpSpPr>
          <p:grpSp>
            <p:nvGrpSpPr>
              <p:cNvPr id="758" name="Google Shape;758;p18"/>
              <p:cNvGrpSpPr/>
              <p:nvPr/>
            </p:nvGrpSpPr>
            <p:grpSpPr>
              <a:xfrm>
                <a:off x="2231" y="1353"/>
                <a:ext cx="299" cy="251"/>
                <a:chOff x="2231" y="1353"/>
                <a:chExt cx="299" cy="251"/>
              </a:xfrm>
            </p:grpSpPr>
            <p:grpSp>
              <p:nvGrpSpPr>
                <p:cNvPr id="759" name="Google Shape;759;p18"/>
                <p:cNvGrpSpPr/>
                <p:nvPr/>
              </p:nvGrpSpPr>
              <p:grpSpPr>
                <a:xfrm>
                  <a:off x="2231" y="1353"/>
                  <a:ext cx="299" cy="251"/>
                  <a:chOff x="2231" y="1353"/>
                  <a:chExt cx="299" cy="251"/>
                </a:xfrm>
              </p:grpSpPr>
              <p:sp>
                <p:nvSpPr>
                  <p:cNvPr id="760" name="Google Shape;760;p18"/>
                  <p:cNvSpPr/>
                  <p:nvPr/>
                </p:nvSpPr>
                <p:spPr>
                  <a:xfrm>
                    <a:off x="2231" y="1353"/>
                    <a:ext cx="299" cy="251"/>
                  </a:xfrm>
                  <a:custGeom>
                    <a:rect b="b" l="l" r="r" t="t"/>
                    <a:pathLst>
                      <a:path extrusionOk="0" h="251" w="299">
                        <a:moveTo>
                          <a:pt x="24" y="4"/>
                        </a:moveTo>
                        <a:lnTo>
                          <a:pt x="49" y="3"/>
                        </a:lnTo>
                        <a:lnTo>
                          <a:pt x="84" y="1"/>
                        </a:lnTo>
                        <a:lnTo>
                          <a:pt x="120" y="0"/>
                        </a:lnTo>
                        <a:lnTo>
                          <a:pt x="162" y="0"/>
                        </a:lnTo>
                        <a:lnTo>
                          <a:pt x="192" y="0"/>
                        </a:lnTo>
                        <a:lnTo>
                          <a:pt x="238" y="2"/>
                        </a:lnTo>
                        <a:lnTo>
                          <a:pt x="282" y="4"/>
                        </a:lnTo>
                        <a:lnTo>
                          <a:pt x="292" y="4"/>
                        </a:lnTo>
                        <a:lnTo>
                          <a:pt x="295" y="5"/>
                        </a:lnTo>
                        <a:lnTo>
                          <a:pt x="296" y="6"/>
                        </a:lnTo>
                        <a:lnTo>
                          <a:pt x="298" y="8"/>
                        </a:lnTo>
                        <a:lnTo>
                          <a:pt x="298" y="10"/>
                        </a:lnTo>
                        <a:lnTo>
                          <a:pt x="287" y="246"/>
                        </a:lnTo>
                        <a:lnTo>
                          <a:pt x="285" y="249"/>
                        </a:lnTo>
                        <a:lnTo>
                          <a:pt x="282" y="250"/>
                        </a:lnTo>
                        <a:lnTo>
                          <a:pt x="186" y="244"/>
                        </a:lnTo>
                        <a:lnTo>
                          <a:pt x="91" y="238"/>
                        </a:lnTo>
                        <a:lnTo>
                          <a:pt x="4" y="232"/>
                        </a:lnTo>
                        <a:lnTo>
                          <a:pt x="0" y="226"/>
                        </a:lnTo>
                        <a:lnTo>
                          <a:pt x="13" y="12"/>
                        </a:lnTo>
                        <a:lnTo>
                          <a:pt x="24" y="4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1" name="Google Shape;761;p18"/>
                  <p:cNvSpPr/>
                  <p:nvPr/>
                </p:nvSpPr>
                <p:spPr>
                  <a:xfrm>
                    <a:off x="2523" y="1360"/>
                    <a:ext cx="7" cy="5"/>
                  </a:xfrm>
                  <a:custGeom>
                    <a:rect b="b" l="l" r="r" t="t"/>
                    <a:pathLst>
                      <a:path extrusionOk="0" fill="none" h="21600" w="24884">
                        <a:moveTo>
                          <a:pt x="0" y="251"/>
                        </a:moveTo>
                        <a:cubicBezTo>
                          <a:pt x="1086" y="83"/>
                          <a:pt x="2184" y="-1"/>
                          <a:pt x="3284" y="0"/>
                        </a:cubicBezTo>
                        <a:cubicBezTo>
                          <a:pt x="15213" y="0"/>
                          <a:pt x="24884" y="9670"/>
                          <a:pt x="24884" y="21600"/>
                        </a:cubicBezTo>
                      </a:path>
                      <a:path extrusionOk="0" h="21600" w="24884">
                        <a:moveTo>
                          <a:pt x="0" y="251"/>
                        </a:moveTo>
                        <a:cubicBezTo>
                          <a:pt x="1086" y="83"/>
                          <a:pt x="2184" y="-1"/>
                          <a:pt x="3284" y="0"/>
                        </a:cubicBezTo>
                        <a:cubicBezTo>
                          <a:pt x="15213" y="0"/>
                          <a:pt x="24884" y="9670"/>
                          <a:pt x="24884" y="21600"/>
                        </a:cubicBezTo>
                        <a:lnTo>
                          <a:pt x="3284" y="21600"/>
                        </a:lnTo>
                        <a:lnTo>
                          <a:pt x="0" y="25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2" name="Google Shape;762;p18"/>
                  <p:cNvSpPr/>
                  <p:nvPr/>
                </p:nvSpPr>
                <p:spPr>
                  <a:xfrm>
                    <a:off x="2246" y="1360"/>
                    <a:ext cx="14" cy="9"/>
                  </a:xfrm>
                  <a:custGeom>
                    <a:rect b="b" l="l" r="r" t="t"/>
                    <a:pathLst>
                      <a:path extrusionOk="0" fill="none" h="21550" w="21481">
                        <a:moveTo>
                          <a:pt x="-1" y="19288"/>
                        </a:moveTo>
                        <a:cubicBezTo>
                          <a:pt x="1098" y="8848"/>
                          <a:pt x="9545" y="710"/>
                          <a:pt x="20018" y="-1"/>
                        </a:cubicBezTo>
                      </a:path>
                      <a:path extrusionOk="0" h="21550" w="21481">
                        <a:moveTo>
                          <a:pt x="-1" y="19288"/>
                        </a:moveTo>
                        <a:cubicBezTo>
                          <a:pt x="1098" y="8848"/>
                          <a:pt x="9545" y="710"/>
                          <a:pt x="20018" y="-1"/>
                        </a:cubicBezTo>
                        <a:lnTo>
                          <a:pt x="21481" y="21550"/>
                        </a:lnTo>
                        <a:lnTo>
                          <a:pt x="-1" y="1928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3" name="Google Shape;763;p18"/>
                  <p:cNvSpPr/>
                  <p:nvPr/>
                </p:nvSpPr>
                <p:spPr>
                  <a:xfrm>
                    <a:off x="2232" y="1578"/>
                    <a:ext cx="6" cy="7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21600" y="21600"/>
                        </a:moveTo>
                        <a:cubicBezTo>
                          <a:pt x="9670" y="21600"/>
                          <a:pt x="0" y="11929"/>
                          <a:pt x="0" y="0"/>
                        </a:cubicBezTo>
                      </a:path>
                      <a:path extrusionOk="0" h="21600" w="21600">
                        <a:moveTo>
                          <a:pt x="21600" y="21600"/>
                        </a:moveTo>
                        <a:cubicBezTo>
                          <a:pt x="9670" y="21600"/>
                          <a:pt x="0" y="11929"/>
                          <a:pt x="0" y="0"/>
                        </a:cubicBezTo>
                        <a:lnTo>
                          <a:pt x="21600" y="0"/>
                        </a:ln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64" name="Google Shape;764;p18"/>
                <p:cNvGrpSpPr/>
                <p:nvPr/>
              </p:nvGrpSpPr>
              <p:grpSpPr>
                <a:xfrm>
                  <a:off x="2263" y="1393"/>
                  <a:ext cx="227" cy="169"/>
                  <a:chOff x="2263" y="1393"/>
                  <a:chExt cx="227" cy="169"/>
                </a:xfrm>
              </p:grpSpPr>
              <p:grpSp>
                <p:nvGrpSpPr>
                  <p:cNvPr id="765" name="Google Shape;765;p18"/>
                  <p:cNvGrpSpPr/>
                  <p:nvPr/>
                </p:nvGrpSpPr>
                <p:grpSpPr>
                  <a:xfrm>
                    <a:off x="2263" y="1393"/>
                    <a:ext cx="227" cy="169"/>
                    <a:chOff x="2263" y="1393"/>
                    <a:chExt cx="227" cy="169"/>
                  </a:xfrm>
                </p:grpSpPr>
                <p:sp>
                  <p:nvSpPr>
                    <p:cNvPr id="766" name="Google Shape;766;p18"/>
                    <p:cNvSpPr/>
                    <p:nvPr/>
                  </p:nvSpPr>
                  <p:spPr>
                    <a:xfrm>
                      <a:off x="2272" y="1393"/>
                      <a:ext cx="218" cy="3"/>
                    </a:xfrm>
                    <a:custGeom>
                      <a:rect b="b" l="l" r="r" t="t"/>
                      <a:pathLst>
                        <a:path extrusionOk="0" h="3" w="218">
                          <a:moveTo>
                            <a:pt x="0" y="0"/>
                          </a:moveTo>
                          <a:lnTo>
                            <a:pt x="217" y="0"/>
                          </a:lnTo>
                          <a:lnTo>
                            <a:pt x="212" y="2"/>
                          </a:lnTo>
                          <a:lnTo>
                            <a:pt x="5" y="2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7" name="Google Shape;767;p18"/>
                    <p:cNvSpPr/>
                    <p:nvPr/>
                  </p:nvSpPr>
                  <p:spPr>
                    <a:xfrm>
                      <a:off x="2476" y="1393"/>
                      <a:ext cx="14" cy="169"/>
                    </a:xfrm>
                    <a:custGeom>
                      <a:rect b="b" l="l" r="r" t="t"/>
                      <a:pathLst>
                        <a:path extrusionOk="0" h="169" w="14">
                          <a:moveTo>
                            <a:pt x="8" y="3"/>
                          </a:moveTo>
                          <a:lnTo>
                            <a:pt x="13" y="0"/>
                          </a:lnTo>
                          <a:lnTo>
                            <a:pt x="8" y="91"/>
                          </a:lnTo>
                          <a:lnTo>
                            <a:pt x="4" y="168"/>
                          </a:lnTo>
                          <a:lnTo>
                            <a:pt x="0" y="163"/>
                          </a:lnTo>
                          <a:lnTo>
                            <a:pt x="8" y="3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8" name="Google Shape;768;p18"/>
                    <p:cNvSpPr/>
                    <p:nvPr/>
                  </p:nvSpPr>
                  <p:spPr>
                    <a:xfrm>
                      <a:off x="2263" y="1548"/>
                      <a:ext cx="217" cy="14"/>
                    </a:xfrm>
                    <a:custGeom>
                      <a:rect b="b" l="l" r="r" t="t"/>
                      <a:pathLst>
                        <a:path extrusionOk="0" h="14" w="217">
                          <a:moveTo>
                            <a:pt x="5" y="0"/>
                          </a:moveTo>
                          <a:lnTo>
                            <a:pt x="0" y="4"/>
                          </a:lnTo>
                          <a:lnTo>
                            <a:pt x="216" y="13"/>
                          </a:lnTo>
                          <a:lnTo>
                            <a:pt x="211" y="9"/>
                          </a:lnTo>
                          <a:lnTo>
                            <a:pt x="5" y="0"/>
                          </a:lnTo>
                        </a:path>
                      </a:pathLst>
                    </a:custGeom>
                    <a:solidFill>
                      <a:srgbClr val="DFDFD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9" name="Google Shape;769;p18"/>
                    <p:cNvSpPr/>
                    <p:nvPr/>
                  </p:nvSpPr>
                  <p:spPr>
                    <a:xfrm>
                      <a:off x="2263" y="1393"/>
                      <a:ext cx="13" cy="160"/>
                    </a:xfrm>
                    <a:custGeom>
                      <a:rect b="b" l="l" r="r" t="t"/>
                      <a:pathLst>
                        <a:path extrusionOk="0" h="160" w="13">
                          <a:moveTo>
                            <a:pt x="8" y="0"/>
                          </a:moveTo>
                          <a:lnTo>
                            <a:pt x="12" y="3"/>
                          </a:lnTo>
                          <a:lnTo>
                            <a:pt x="4" y="155"/>
                          </a:lnTo>
                          <a:lnTo>
                            <a:pt x="0" y="159"/>
                          </a:lnTo>
                          <a:lnTo>
                            <a:pt x="8" y="0"/>
                          </a:lnTo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0" name="Google Shape;770;p18"/>
                  <p:cNvGrpSpPr/>
                  <p:nvPr/>
                </p:nvGrpSpPr>
                <p:grpSpPr>
                  <a:xfrm>
                    <a:off x="2267" y="1397"/>
                    <a:ext cx="218" cy="161"/>
                    <a:chOff x="2267" y="1397"/>
                    <a:chExt cx="218" cy="161"/>
                  </a:xfrm>
                </p:grpSpPr>
                <p:sp>
                  <p:nvSpPr>
                    <p:cNvPr id="771" name="Google Shape;771;p18"/>
                    <p:cNvSpPr/>
                    <p:nvPr/>
                  </p:nvSpPr>
                  <p:spPr>
                    <a:xfrm>
                      <a:off x="2267" y="1397"/>
                      <a:ext cx="218" cy="161"/>
                    </a:xfrm>
                    <a:custGeom>
                      <a:rect b="b" l="l" r="r" t="t"/>
                      <a:pathLst>
                        <a:path extrusionOk="0" h="161" w="218">
                          <a:moveTo>
                            <a:pt x="9" y="0"/>
                          </a:moveTo>
                          <a:lnTo>
                            <a:pt x="217" y="0"/>
                          </a:lnTo>
                          <a:lnTo>
                            <a:pt x="208" y="160"/>
                          </a:lnTo>
                          <a:lnTo>
                            <a:pt x="0" y="151"/>
                          </a:lnTo>
                          <a:lnTo>
                            <a:pt x="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2" name="Google Shape;772;p18"/>
                    <p:cNvSpPr/>
                    <p:nvPr/>
                  </p:nvSpPr>
                  <p:spPr>
                    <a:xfrm>
                      <a:off x="2275" y="1402"/>
                      <a:ext cx="202" cy="149"/>
                    </a:xfrm>
                    <a:custGeom>
                      <a:rect b="b" l="l" r="r" t="t"/>
                      <a:pathLst>
                        <a:path extrusionOk="0" h="149" w="202">
                          <a:moveTo>
                            <a:pt x="7" y="0"/>
                          </a:moveTo>
                          <a:lnTo>
                            <a:pt x="201" y="0"/>
                          </a:lnTo>
                          <a:lnTo>
                            <a:pt x="193" y="148"/>
                          </a:lnTo>
                          <a:lnTo>
                            <a:pt x="0" y="140"/>
                          </a:lnTo>
                          <a:lnTo>
                            <a:pt x="7" y="0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3" name="Google Shape;773;p18"/>
                    <p:cNvSpPr/>
                    <p:nvPr/>
                  </p:nvSpPr>
                  <p:spPr>
                    <a:xfrm>
                      <a:off x="2278" y="1412"/>
                      <a:ext cx="192" cy="134"/>
                    </a:xfrm>
                    <a:custGeom>
                      <a:rect b="b" l="l" r="r" t="t"/>
                      <a:pathLst>
                        <a:path extrusionOk="0" h="134" w="192">
                          <a:moveTo>
                            <a:pt x="7" y="0"/>
                          </a:moveTo>
                          <a:lnTo>
                            <a:pt x="191" y="0"/>
                          </a:lnTo>
                          <a:lnTo>
                            <a:pt x="183" y="133"/>
                          </a:lnTo>
                          <a:lnTo>
                            <a:pt x="0" y="126"/>
                          </a:lnTo>
                          <a:lnTo>
                            <a:pt x="7" y="0"/>
                          </a:lnTo>
                        </a:path>
                      </a:pathLst>
                    </a:custGeom>
                    <a:solidFill>
                      <a:srgbClr val="0000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774" name="Google Shape;774;p18"/>
              <p:cNvSpPr/>
              <p:nvPr/>
            </p:nvSpPr>
            <p:spPr>
              <a:xfrm>
                <a:off x="2472" y="1583"/>
                <a:ext cx="12" cy="4"/>
              </a:xfrm>
              <a:custGeom>
                <a:rect b="b" l="l" r="r" t="t"/>
                <a:pathLst>
                  <a:path extrusionOk="0" h="4" w="12">
                    <a:moveTo>
                      <a:pt x="0" y="0"/>
                    </a:moveTo>
                    <a:lnTo>
                      <a:pt x="11" y="0"/>
                    </a:lnTo>
                    <a:lnTo>
                      <a:pt x="11" y="3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5" name="Google Shape;775;p18"/>
            <p:cNvGrpSpPr/>
            <p:nvPr/>
          </p:nvGrpSpPr>
          <p:grpSpPr>
            <a:xfrm>
              <a:off x="2115" y="1680"/>
              <a:ext cx="421" cy="89"/>
              <a:chOff x="2115" y="1680"/>
              <a:chExt cx="421" cy="89"/>
            </a:xfrm>
          </p:grpSpPr>
          <p:sp>
            <p:nvSpPr>
              <p:cNvPr id="776" name="Google Shape;776;p18"/>
              <p:cNvSpPr/>
              <p:nvPr/>
            </p:nvSpPr>
            <p:spPr>
              <a:xfrm>
                <a:off x="2407" y="1710"/>
                <a:ext cx="101" cy="37"/>
              </a:xfrm>
              <a:custGeom>
                <a:rect b="b" l="l" r="r" t="t"/>
                <a:pathLst>
                  <a:path extrusionOk="0" h="37" w="101">
                    <a:moveTo>
                      <a:pt x="38" y="0"/>
                    </a:moveTo>
                    <a:lnTo>
                      <a:pt x="15" y="21"/>
                    </a:lnTo>
                    <a:lnTo>
                      <a:pt x="0" y="30"/>
                    </a:lnTo>
                    <a:lnTo>
                      <a:pt x="65" y="36"/>
                    </a:lnTo>
                    <a:lnTo>
                      <a:pt x="81" y="25"/>
                    </a:lnTo>
                    <a:lnTo>
                      <a:pt x="100" y="5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7" name="Google Shape;777;p18"/>
              <p:cNvGrpSpPr/>
              <p:nvPr/>
            </p:nvGrpSpPr>
            <p:grpSpPr>
              <a:xfrm>
                <a:off x="2115" y="1680"/>
                <a:ext cx="421" cy="89"/>
                <a:chOff x="2115" y="1680"/>
                <a:chExt cx="421" cy="89"/>
              </a:xfrm>
            </p:grpSpPr>
            <p:sp>
              <p:nvSpPr>
                <p:cNvPr id="778" name="Google Shape;778;p18"/>
                <p:cNvSpPr/>
                <p:nvPr/>
              </p:nvSpPr>
              <p:spPr>
                <a:xfrm>
                  <a:off x="2115" y="1718"/>
                  <a:ext cx="374" cy="51"/>
                </a:xfrm>
                <a:custGeom>
                  <a:rect b="b" l="l" r="r" t="t"/>
                  <a:pathLst>
                    <a:path extrusionOk="0" h="51" w="374">
                      <a:moveTo>
                        <a:pt x="0" y="0"/>
                      </a:moveTo>
                      <a:lnTo>
                        <a:pt x="0" y="13"/>
                      </a:lnTo>
                      <a:lnTo>
                        <a:pt x="373" y="50"/>
                      </a:lnTo>
                      <a:lnTo>
                        <a:pt x="373" y="3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18"/>
                <p:cNvSpPr/>
                <p:nvPr/>
              </p:nvSpPr>
              <p:spPr>
                <a:xfrm>
                  <a:off x="2489" y="1711"/>
                  <a:ext cx="47" cy="58"/>
                </a:xfrm>
                <a:custGeom>
                  <a:rect b="b" l="l" r="r" t="t"/>
                  <a:pathLst>
                    <a:path extrusionOk="0" h="58" w="47">
                      <a:moveTo>
                        <a:pt x="0" y="44"/>
                      </a:moveTo>
                      <a:lnTo>
                        <a:pt x="0" y="57"/>
                      </a:lnTo>
                      <a:lnTo>
                        <a:pt x="20" y="44"/>
                      </a:lnTo>
                      <a:lnTo>
                        <a:pt x="28" y="36"/>
                      </a:lnTo>
                      <a:lnTo>
                        <a:pt x="46" y="16"/>
                      </a:lnTo>
                      <a:lnTo>
                        <a:pt x="46" y="0"/>
                      </a:lnTo>
                      <a:lnTo>
                        <a:pt x="23" y="27"/>
                      </a:lnTo>
                      <a:lnTo>
                        <a:pt x="0" y="44"/>
                      </a:lnTo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80" name="Google Shape;780;p18"/>
                <p:cNvCxnSpPr/>
                <p:nvPr/>
              </p:nvCxnSpPr>
              <p:spPr>
                <a:xfrm>
                  <a:off x="2119" y="1726"/>
                  <a:ext cx="366" cy="3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7F7F7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81" name="Google Shape;781;p18"/>
                <p:cNvGrpSpPr/>
                <p:nvPr/>
              </p:nvGrpSpPr>
              <p:grpSpPr>
                <a:xfrm>
                  <a:off x="2140" y="1680"/>
                  <a:ext cx="356" cy="72"/>
                  <a:chOff x="2140" y="1680"/>
                  <a:chExt cx="356" cy="72"/>
                </a:xfrm>
              </p:grpSpPr>
              <p:sp>
                <p:nvSpPr>
                  <p:cNvPr id="782" name="Google Shape;782;p18"/>
                  <p:cNvSpPr/>
                  <p:nvPr/>
                </p:nvSpPr>
                <p:spPr>
                  <a:xfrm>
                    <a:off x="2140" y="1686"/>
                    <a:ext cx="275" cy="52"/>
                  </a:xfrm>
                  <a:custGeom>
                    <a:rect b="b" l="l" r="r" t="t"/>
                    <a:pathLst>
                      <a:path extrusionOk="0" h="52" w="275">
                        <a:moveTo>
                          <a:pt x="47" y="0"/>
                        </a:moveTo>
                        <a:lnTo>
                          <a:pt x="15" y="22"/>
                        </a:lnTo>
                        <a:lnTo>
                          <a:pt x="0" y="29"/>
                        </a:lnTo>
                        <a:lnTo>
                          <a:pt x="232" y="51"/>
                        </a:lnTo>
                        <a:lnTo>
                          <a:pt x="249" y="41"/>
                        </a:lnTo>
                        <a:lnTo>
                          <a:pt x="274" y="21"/>
                        </a:lnTo>
                        <a:lnTo>
                          <a:pt x="47" y="0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783" name="Google Shape;783;p18"/>
                  <p:cNvGrpSpPr/>
                  <p:nvPr/>
                </p:nvGrpSpPr>
                <p:grpSpPr>
                  <a:xfrm>
                    <a:off x="2154" y="1680"/>
                    <a:ext cx="342" cy="72"/>
                    <a:chOff x="2154" y="1680"/>
                    <a:chExt cx="342" cy="72"/>
                  </a:xfrm>
                </p:grpSpPr>
                <p:grpSp>
                  <p:nvGrpSpPr>
                    <p:cNvPr id="784" name="Google Shape;784;p18"/>
                    <p:cNvGrpSpPr/>
                    <p:nvPr/>
                  </p:nvGrpSpPr>
                  <p:grpSpPr>
                    <a:xfrm>
                      <a:off x="2156" y="1680"/>
                      <a:ext cx="250" cy="61"/>
                      <a:chOff x="2156" y="1680"/>
                      <a:chExt cx="250" cy="61"/>
                    </a:xfrm>
                  </p:grpSpPr>
                  <p:grpSp>
                    <p:nvGrpSpPr>
                      <p:cNvPr id="785" name="Google Shape;785;p18"/>
                      <p:cNvGrpSpPr/>
                      <p:nvPr/>
                    </p:nvGrpSpPr>
                    <p:grpSpPr>
                      <a:xfrm>
                        <a:off x="2156" y="1680"/>
                        <a:ext cx="45" cy="42"/>
                        <a:chOff x="2156" y="1680"/>
                        <a:chExt cx="45" cy="42"/>
                      </a:xfrm>
                    </p:grpSpPr>
                    <p:cxnSp>
                      <p:nvCxnSpPr>
                        <p:cNvPr id="786" name="Google Shape;786;p18"/>
                        <p:cNvCxnSpPr/>
                        <p:nvPr/>
                      </p:nvCxnSpPr>
                      <p:spPr>
                        <a:xfrm flipH="1" rot="10800000">
                          <a:off x="2156" y="1707"/>
                          <a:ext cx="10" cy="1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87" name="Google Shape;787;p18"/>
                        <p:cNvCxnSpPr/>
                        <p:nvPr/>
                      </p:nvCxnSpPr>
                      <p:spPr>
                        <a:xfrm flipH="1" rot="10800000">
                          <a:off x="2174" y="1680"/>
                          <a:ext cx="27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788" name="Google Shape;788;p18"/>
                      <p:cNvGrpSpPr/>
                      <p:nvPr/>
                    </p:nvGrpSpPr>
                    <p:grpSpPr>
                      <a:xfrm>
                        <a:off x="2177" y="1682"/>
                        <a:ext cx="46" cy="42"/>
                        <a:chOff x="2177" y="1682"/>
                        <a:chExt cx="46" cy="42"/>
                      </a:xfrm>
                    </p:grpSpPr>
                    <p:cxnSp>
                      <p:nvCxnSpPr>
                        <p:cNvPr id="789" name="Google Shape;789;p18"/>
                        <p:cNvCxnSpPr/>
                        <p:nvPr/>
                      </p:nvCxnSpPr>
                      <p:spPr>
                        <a:xfrm flipH="1" rot="10800000">
                          <a:off x="2177" y="1709"/>
                          <a:ext cx="9" cy="1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90" name="Google Shape;790;p18"/>
                        <p:cNvCxnSpPr/>
                        <p:nvPr/>
                      </p:nvCxnSpPr>
                      <p:spPr>
                        <a:xfrm flipH="1" rot="10800000">
                          <a:off x="2194" y="1682"/>
                          <a:ext cx="29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791" name="Google Shape;791;p18"/>
                      <p:cNvGrpSpPr/>
                      <p:nvPr/>
                    </p:nvGrpSpPr>
                    <p:grpSpPr>
                      <a:xfrm>
                        <a:off x="2199" y="1683"/>
                        <a:ext cx="45" cy="43"/>
                        <a:chOff x="2199" y="1683"/>
                        <a:chExt cx="45" cy="43"/>
                      </a:xfrm>
                    </p:grpSpPr>
                    <p:cxnSp>
                      <p:nvCxnSpPr>
                        <p:cNvPr id="792" name="Google Shape;792;p18"/>
                        <p:cNvCxnSpPr/>
                        <p:nvPr/>
                      </p:nvCxnSpPr>
                      <p:spPr>
                        <a:xfrm flipH="1" rot="10800000">
                          <a:off x="2199" y="1710"/>
                          <a:ext cx="9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93" name="Google Shape;793;p18"/>
                        <p:cNvCxnSpPr/>
                        <p:nvPr/>
                      </p:nvCxnSpPr>
                      <p:spPr>
                        <a:xfrm flipH="1" rot="10800000">
                          <a:off x="2216" y="1683"/>
                          <a:ext cx="28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794" name="Google Shape;794;p18"/>
                      <p:cNvGrpSpPr/>
                      <p:nvPr/>
                    </p:nvGrpSpPr>
                    <p:grpSpPr>
                      <a:xfrm>
                        <a:off x="2218" y="1685"/>
                        <a:ext cx="47" cy="43"/>
                        <a:chOff x="2218" y="1685"/>
                        <a:chExt cx="47" cy="43"/>
                      </a:xfrm>
                    </p:grpSpPr>
                    <p:cxnSp>
                      <p:nvCxnSpPr>
                        <p:cNvPr id="795" name="Google Shape;795;p18"/>
                        <p:cNvCxnSpPr/>
                        <p:nvPr/>
                      </p:nvCxnSpPr>
                      <p:spPr>
                        <a:xfrm flipH="1" rot="10800000">
                          <a:off x="2218" y="1713"/>
                          <a:ext cx="9" cy="1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96" name="Google Shape;796;p18"/>
                        <p:cNvCxnSpPr/>
                        <p:nvPr/>
                      </p:nvCxnSpPr>
                      <p:spPr>
                        <a:xfrm flipH="1" rot="10800000">
                          <a:off x="2235" y="1685"/>
                          <a:ext cx="30" cy="3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797" name="Google Shape;797;p18"/>
                      <p:cNvGrpSpPr/>
                      <p:nvPr/>
                    </p:nvGrpSpPr>
                    <p:grpSpPr>
                      <a:xfrm>
                        <a:off x="2239" y="1687"/>
                        <a:ext cx="47" cy="43"/>
                        <a:chOff x="2239" y="1687"/>
                        <a:chExt cx="47" cy="43"/>
                      </a:xfrm>
                    </p:grpSpPr>
                    <p:cxnSp>
                      <p:nvCxnSpPr>
                        <p:cNvPr id="798" name="Google Shape;798;p18"/>
                        <p:cNvCxnSpPr/>
                        <p:nvPr/>
                      </p:nvCxnSpPr>
                      <p:spPr>
                        <a:xfrm flipH="1" rot="10800000">
                          <a:off x="2239" y="1714"/>
                          <a:ext cx="11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799" name="Google Shape;799;p18"/>
                        <p:cNvCxnSpPr/>
                        <p:nvPr/>
                      </p:nvCxnSpPr>
                      <p:spPr>
                        <a:xfrm flipH="1" rot="10800000">
                          <a:off x="2258" y="1687"/>
                          <a:ext cx="28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00" name="Google Shape;800;p18"/>
                      <p:cNvGrpSpPr/>
                      <p:nvPr/>
                    </p:nvGrpSpPr>
                    <p:grpSpPr>
                      <a:xfrm>
                        <a:off x="2261" y="1688"/>
                        <a:ext cx="45" cy="43"/>
                        <a:chOff x="2261" y="1688"/>
                        <a:chExt cx="45" cy="43"/>
                      </a:xfrm>
                    </p:grpSpPr>
                    <p:cxnSp>
                      <p:nvCxnSpPr>
                        <p:cNvPr id="801" name="Google Shape;801;p18"/>
                        <p:cNvCxnSpPr/>
                        <p:nvPr/>
                      </p:nvCxnSpPr>
                      <p:spPr>
                        <a:xfrm flipH="1" rot="10800000">
                          <a:off x="2261" y="1714"/>
                          <a:ext cx="9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02" name="Google Shape;802;p18"/>
                        <p:cNvCxnSpPr/>
                        <p:nvPr/>
                      </p:nvCxnSpPr>
                      <p:spPr>
                        <a:xfrm flipH="1" rot="10800000">
                          <a:off x="2278" y="1688"/>
                          <a:ext cx="28" cy="34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03" name="Google Shape;803;p18"/>
                      <p:cNvGrpSpPr/>
                      <p:nvPr/>
                    </p:nvGrpSpPr>
                    <p:grpSpPr>
                      <a:xfrm>
                        <a:off x="2281" y="1689"/>
                        <a:ext cx="46" cy="44"/>
                        <a:chOff x="2281" y="1689"/>
                        <a:chExt cx="46" cy="44"/>
                      </a:xfrm>
                    </p:grpSpPr>
                    <p:cxnSp>
                      <p:nvCxnSpPr>
                        <p:cNvPr id="804" name="Google Shape;804;p18"/>
                        <p:cNvCxnSpPr/>
                        <p:nvPr/>
                      </p:nvCxnSpPr>
                      <p:spPr>
                        <a:xfrm flipH="1" rot="10800000">
                          <a:off x="2281" y="1716"/>
                          <a:ext cx="9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05" name="Google Shape;805;p18"/>
                        <p:cNvCxnSpPr/>
                        <p:nvPr/>
                      </p:nvCxnSpPr>
                      <p:spPr>
                        <a:xfrm flipH="1" rot="10800000">
                          <a:off x="2298" y="1689"/>
                          <a:ext cx="29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06" name="Google Shape;806;p18"/>
                      <p:cNvGrpSpPr/>
                      <p:nvPr/>
                    </p:nvGrpSpPr>
                    <p:grpSpPr>
                      <a:xfrm>
                        <a:off x="2299" y="1692"/>
                        <a:ext cx="47" cy="44"/>
                        <a:chOff x="2299" y="1692"/>
                        <a:chExt cx="47" cy="44"/>
                      </a:xfrm>
                    </p:grpSpPr>
                    <p:cxnSp>
                      <p:nvCxnSpPr>
                        <p:cNvPr id="807" name="Google Shape;807;p18"/>
                        <p:cNvCxnSpPr/>
                        <p:nvPr/>
                      </p:nvCxnSpPr>
                      <p:spPr>
                        <a:xfrm flipH="1" rot="10800000">
                          <a:off x="2299" y="1719"/>
                          <a:ext cx="10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08" name="Google Shape;808;p18"/>
                        <p:cNvCxnSpPr/>
                        <p:nvPr/>
                      </p:nvCxnSpPr>
                      <p:spPr>
                        <a:xfrm flipH="1" rot="10800000">
                          <a:off x="2317" y="1692"/>
                          <a:ext cx="29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09" name="Google Shape;809;p18"/>
                      <p:cNvGrpSpPr/>
                      <p:nvPr/>
                    </p:nvGrpSpPr>
                    <p:grpSpPr>
                      <a:xfrm>
                        <a:off x="2321" y="1694"/>
                        <a:ext cx="44" cy="44"/>
                        <a:chOff x="2321" y="1694"/>
                        <a:chExt cx="44" cy="44"/>
                      </a:xfrm>
                    </p:grpSpPr>
                    <p:cxnSp>
                      <p:nvCxnSpPr>
                        <p:cNvPr id="810" name="Google Shape;810;p18"/>
                        <p:cNvCxnSpPr/>
                        <p:nvPr/>
                      </p:nvCxnSpPr>
                      <p:spPr>
                        <a:xfrm flipH="1" rot="10800000">
                          <a:off x="2321" y="1722"/>
                          <a:ext cx="9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11" name="Google Shape;811;p18"/>
                        <p:cNvCxnSpPr/>
                        <p:nvPr/>
                      </p:nvCxnSpPr>
                      <p:spPr>
                        <a:xfrm flipH="1" rot="10800000">
                          <a:off x="2338" y="1694"/>
                          <a:ext cx="27" cy="3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12" name="Google Shape;812;p18"/>
                      <p:cNvGrpSpPr/>
                      <p:nvPr/>
                    </p:nvGrpSpPr>
                    <p:grpSpPr>
                      <a:xfrm>
                        <a:off x="2341" y="1696"/>
                        <a:ext cx="44" cy="44"/>
                        <a:chOff x="2341" y="1696"/>
                        <a:chExt cx="44" cy="44"/>
                      </a:xfrm>
                    </p:grpSpPr>
                    <p:cxnSp>
                      <p:nvCxnSpPr>
                        <p:cNvPr id="813" name="Google Shape;813;p18"/>
                        <p:cNvCxnSpPr/>
                        <p:nvPr/>
                      </p:nvCxnSpPr>
                      <p:spPr>
                        <a:xfrm flipH="1" rot="10800000">
                          <a:off x="2341" y="1723"/>
                          <a:ext cx="9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14" name="Google Shape;814;p18"/>
                        <p:cNvCxnSpPr/>
                        <p:nvPr/>
                      </p:nvCxnSpPr>
                      <p:spPr>
                        <a:xfrm flipH="1" rot="10800000">
                          <a:off x="2358" y="1696"/>
                          <a:ext cx="27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15" name="Google Shape;815;p18"/>
                      <p:cNvGrpSpPr/>
                      <p:nvPr/>
                    </p:nvGrpSpPr>
                    <p:grpSpPr>
                      <a:xfrm>
                        <a:off x="2359" y="1697"/>
                        <a:ext cx="47" cy="44"/>
                        <a:chOff x="2359" y="1697"/>
                        <a:chExt cx="47" cy="44"/>
                      </a:xfrm>
                    </p:grpSpPr>
                    <p:cxnSp>
                      <p:nvCxnSpPr>
                        <p:cNvPr id="816" name="Google Shape;816;p18"/>
                        <p:cNvCxnSpPr/>
                        <p:nvPr/>
                      </p:nvCxnSpPr>
                      <p:spPr>
                        <a:xfrm flipH="1" rot="10800000">
                          <a:off x="2359" y="1724"/>
                          <a:ext cx="10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17" name="Google Shape;817;p18"/>
                        <p:cNvCxnSpPr/>
                        <p:nvPr/>
                      </p:nvCxnSpPr>
                      <p:spPr>
                        <a:xfrm flipH="1" rot="10800000">
                          <a:off x="2377" y="1697"/>
                          <a:ext cx="29" cy="3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</p:grpSp>
                <p:grpSp>
                  <p:nvGrpSpPr>
                    <p:cNvPr id="818" name="Google Shape;818;p18"/>
                    <p:cNvGrpSpPr/>
                    <p:nvPr/>
                  </p:nvGrpSpPr>
                  <p:grpSpPr>
                    <a:xfrm>
                      <a:off x="2422" y="1703"/>
                      <a:ext cx="71" cy="49"/>
                      <a:chOff x="2422" y="1703"/>
                      <a:chExt cx="71" cy="49"/>
                    </a:xfrm>
                  </p:grpSpPr>
                  <p:grpSp>
                    <p:nvGrpSpPr>
                      <p:cNvPr id="819" name="Google Shape;819;p18"/>
                      <p:cNvGrpSpPr/>
                      <p:nvPr/>
                    </p:nvGrpSpPr>
                    <p:grpSpPr>
                      <a:xfrm>
                        <a:off x="2456" y="1706"/>
                        <a:ext cx="37" cy="46"/>
                        <a:chOff x="2456" y="1706"/>
                        <a:chExt cx="37" cy="46"/>
                      </a:xfrm>
                    </p:grpSpPr>
                    <p:cxnSp>
                      <p:nvCxnSpPr>
                        <p:cNvPr id="820" name="Google Shape;820;p18"/>
                        <p:cNvCxnSpPr/>
                        <p:nvPr/>
                      </p:nvCxnSpPr>
                      <p:spPr>
                        <a:xfrm flipH="1" rot="10800000">
                          <a:off x="2456" y="1734"/>
                          <a:ext cx="7" cy="18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21" name="Google Shape;821;p18"/>
                        <p:cNvCxnSpPr/>
                        <p:nvPr/>
                      </p:nvCxnSpPr>
                      <p:spPr>
                        <a:xfrm flipH="1" rot="10800000">
                          <a:off x="2471" y="1706"/>
                          <a:ext cx="22" cy="3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22" name="Google Shape;822;p18"/>
                      <p:cNvGrpSpPr/>
                      <p:nvPr/>
                    </p:nvGrpSpPr>
                    <p:grpSpPr>
                      <a:xfrm>
                        <a:off x="2438" y="1704"/>
                        <a:ext cx="40" cy="46"/>
                        <a:chOff x="2438" y="1704"/>
                        <a:chExt cx="40" cy="46"/>
                      </a:xfrm>
                    </p:grpSpPr>
                    <p:cxnSp>
                      <p:nvCxnSpPr>
                        <p:cNvPr id="823" name="Google Shape;823;p18"/>
                        <p:cNvCxnSpPr/>
                        <p:nvPr/>
                      </p:nvCxnSpPr>
                      <p:spPr>
                        <a:xfrm flipH="1" rot="10800000">
                          <a:off x="2438" y="1733"/>
                          <a:ext cx="8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24" name="Google Shape;824;p18"/>
                        <p:cNvCxnSpPr/>
                        <p:nvPr/>
                      </p:nvCxnSpPr>
                      <p:spPr>
                        <a:xfrm flipH="1" rot="10800000">
                          <a:off x="2454" y="1704"/>
                          <a:ext cx="24" cy="3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825" name="Google Shape;825;p18"/>
                      <p:cNvGrpSpPr/>
                      <p:nvPr/>
                    </p:nvGrpSpPr>
                    <p:grpSpPr>
                      <a:xfrm>
                        <a:off x="2422" y="1703"/>
                        <a:ext cx="37" cy="46"/>
                        <a:chOff x="2422" y="1703"/>
                        <a:chExt cx="37" cy="46"/>
                      </a:xfrm>
                    </p:grpSpPr>
                    <p:cxnSp>
                      <p:nvCxnSpPr>
                        <p:cNvPr id="826" name="Google Shape;826;p18"/>
                        <p:cNvCxnSpPr/>
                        <p:nvPr/>
                      </p:nvCxnSpPr>
                      <p:spPr>
                        <a:xfrm flipH="1" rot="10800000">
                          <a:off x="2422" y="1731"/>
                          <a:ext cx="8" cy="18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827" name="Google Shape;827;p18"/>
                        <p:cNvCxnSpPr/>
                        <p:nvPr/>
                      </p:nvCxnSpPr>
                      <p:spPr>
                        <a:xfrm flipH="1" rot="10800000">
                          <a:off x="2438" y="1703"/>
                          <a:ext cx="21" cy="3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</p:grpSp>
                <p:cxnSp>
                  <p:nvCxnSpPr>
                    <p:cNvPr id="828" name="Google Shape;828;p18"/>
                    <p:cNvCxnSpPr/>
                    <p:nvPr/>
                  </p:nvCxnSpPr>
                  <p:spPr>
                    <a:xfrm>
                      <a:off x="2175" y="1698"/>
                      <a:ext cx="321" cy="20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829" name="Google Shape;829;p18"/>
                    <p:cNvCxnSpPr/>
                    <p:nvPr/>
                  </p:nvCxnSpPr>
                  <p:spPr>
                    <a:xfrm>
                      <a:off x="2163" y="1706"/>
                      <a:ext cx="327" cy="21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830" name="Google Shape;830;p18"/>
                    <p:cNvCxnSpPr/>
                    <p:nvPr/>
                  </p:nvCxnSpPr>
                  <p:spPr>
                    <a:xfrm>
                      <a:off x="2154" y="1718"/>
                      <a:ext cx="323" cy="1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DFDFDF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831" name="Google Shape;831;p18"/>
                <p:cNvGrpSpPr/>
                <p:nvPr/>
              </p:nvGrpSpPr>
              <p:grpSpPr>
                <a:xfrm>
                  <a:off x="2493" y="1712"/>
                  <a:ext cx="39" cy="52"/>
                  <a:chOff x="2493" y="1712"/>
                  <a:chExt cx="39" cy="52"/>
                </a:xfrm>
              </p:grpSpPr>
              <p:cxnSp>
                <p:nvCxnSpPr>
                  <p:cNvPr id="832" name="Google Shape;832;p18"/>
                  <p:cNvCxnSpPr/>
                  <p:nvPr/>
                </p:nvCxnSpPr>
                <p:spPr>
                  <a:xfrm flipH="1" rot="10800000">
                    <a:off x="2493" y="1738"/>
                    <a:ext cx="18" cy="26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3F3F3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33" name="Google Shape;833;p18"/>
                  <p:cNvCxnSpPr/>
                  <p:nvPr/>
                </p:nvCxnSpPr>
                <p:spPr>
                  <a:xfrm flipH="1" rot="10800000">
                    <a:off x="2519" y="1712"/>
                    <a:ext cx="13" cy="3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3F3F3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sp>
        <p:nvSpPr>
          <p:cNvPr id="834" name="Google Shape;834;p18"/>
          <p:cNvSpPr/>
          <p:nvPr/>
        </p:nvSpPr>
        <p:spPr>
          <a:xfrm>
            <a:off x="3341688" y="5483226"/>
            <a:ext cx="1262062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Shipping/ Receiving</a:t>
            </a:r>
            <a:endParaRPr/>
          </a:p>
        </p:txBody>
      </p:sp>
      <p:sp>
        <p:nvSpPr>
          <p:cNvPr id="835" name="Google Shape;835;p18"/>
          <p:cNvSpPr/>
          <p:nvPr/>
        </p:nvSpPr>
        <p:spPr>
          <a:xfrm>
            <a:off x="7432676" y="5300664"/>
            <a:ext cx="1262063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  <a:endParaRPr/>
          </a:p>
        </p:txBody>
      </p:sp>
      <p:sp>
        <p:nvSpPr>
          <p:cNvPr id="836" name="Google Shape;836;p18"/>
          <p:cNvSpPr/>
          <p:nvPr/>
        </p:nvSpPr>
        <p:spPr>
          <a:xfrm>
            <a:off x="5334001" y="6019800"/>
            <a:ext cx="147796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/>
          </a:p>
        </p:txBody>
      </p:sp>
      <p:sp>
        <p:nvSpPr>
          <p:cNvPr id="837" name="Google Shape;837;p18"/>
          <p:cNvSpPr/>
          <p:nvPr/>
        </p:nvSpPr>
        <p:spPr>
          <a:xfrm>
            <a:off x="5154614" y="4657725"/>
            <a:ext cx="155098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Manufacturing</a:t>
            </a:r>
            <a:endParaRPr/>
          </a:p>
        </p:txBody>
      </p:sp>
      <p:sp>
        <p:nvSpPr>
          <p:cNvPr id="838" name="Google Shape;838;p18"/>
          <p:cNvSpPr/>
          <p:nvPr/>
        </p:nvSpPr>
        <p:spPr>
          <a:xfrm>
            <a:off x="7138988" y="3589339"/>
            <a:ext cx="1536700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Accounting</a:t>
            </a:r>
            <a:endParaRPr/>
          </a:p>
        </p:txBody>
      </p:sp>
      <p:sp>
        <p:nvSpPr>
          <p:cNvPr id="839" name="Google Shape;839;p18"/>
          <p:cNvSpPr/>
          <p:nvPr/>
        </p:nvSpPr>
        <p:spPr>
          <a:xfrm>
            <a:off x="5095876" y="2836864"/>
            <a:ext cx="1579563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Payables/ Receivables</a:t>
            </a:r>
            <a:endParaRPr/>
          </a:p>
        </p:txBody>
      </p:sp>
      <p:grpSp>
        <p:nvGrpSpPr>
          <p:cNvPr id="840" name="Google Shape;840;p18"/>
          <p:cNvGrpSpPr/>
          <p:nvPr/>
        </p:nvGrpSpPr>
        <p:grpSpPr>
          <a:xfrm>
            <a:off x="7239001" y="4495801"/>
            <a:ext cx="1617663" cy="790575"/>
            <a:chOff x="1699" y="2159"/>
            <a:chExt cx="1012" cy="495"/>
          </a:xfrm>
        </p:grpSpPr>
        <p:grpSp>
          <p:nvGrpSpPr>
            <p:cNvPr id="841" name="Google Shape;841;p18"/>
            <p:cNvGrpSpPr/>
            <p:nvPr/>
          </p:nvGrpSpPr>
          <p:grpSpPr>
            <a:xfrm>
              <a:off x="2213" y="2300"/>
              <a:ext cx="498" cy="354"/>
              <a:chOff x="2213" y="2300"/>
              <a:chExt cx="498" cy="354"/>
            </a:xfrm>
          </p:grpSpPr>
          <p:grpSp>
            <p:nvGrpSpPr>
              <p:cNvPr id="842" name="Google Shape;842;p18"/>
              <p:cNvGrpSpPr/>
              <p:nvPr/>
            </p:nvGrpSpPr>
            <p:grpSpPr>
              <a:xfrm>
                <a:off x="2213" y="2399"/>
                <a:ext cx="463" cy="255"/>
                <a:chOff x="2213" y="2399"/>
                <a:chExt cx="463" cy="255"/>
              </a:xfrm>
            </p:grpSpPr>
            <p:grpSp>
              <p:nvGrpSpPr>
                <p:cNvPr id="843" name="Google Shape;843;p18"/>
                <p:cNvGrpSpPr/>
                <p:nvPr/>
              </p:nvGrpSpPr>
              <p:grpSpPr>
                <a:xfrm>
                  <a:off x="2239" y="2619"/>
                  <a:ext cx="412" cy="35"/>
                  <a:chOff x="2239" y="2619"/>
                  <a:chExt cx="412" cy="35"/>
                </a:xfrm>
              </p:grpSpPr>
              <p:sp>
                <p:nvSpPr>
                  <p:cNvPr id="844" name="Google Shape;844;p18"/>
                  <p:cNvSpPr/>
                  <p:nvPr/>
                </p:nvSpPr>
                <p:spPr>
                  <a:xfrm>
                    <a:off x="2239" y="2619"/>
                    <a:ext cx="412" cy="35"/>
                  </a:xfrm>
                  <a:custGeom>
                    <a:rect b="b" l="l" r="r" t="t"/>
                    <a:pathLst>
                      <a:path extrusionOk="0" h="35" w="412">
                        <a:moveTo>
                          <a:pt x="0" y="19"/>
                        </a:moveTo>
                        <a:lnTo>
                          <a:pt x="46" y="34"/>
                        </a:lnTo>
                        <a:lnTo>
                          <a:pt x="365" y="34"/>
                        </a:lnTo>
                        <a:lnTo>
                          <a:pt x="411" y="15"/>
                        </a:lnTo>
                        <a:lnTo>
                          <a:pt x="365" y="0"/>
                        </a:lnTo>
                        <a:lnTo>
                          <a:pt x="39" y="0"/>
                        </a:lnTo>
                        <a:lnTo>
                          <a:pt x="0" y="19"/>
                        </a:lnTo>
                      </a:path>
                    </a:pathLst>
                  </a:custGeom>
                  <a:solidFill>
                    <a:srgbClr val="9F9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5" name="Google Shape;845;p18"/>
                  <p:cNvSpPr/>
                  <p:nvPr/>
                </p:nvSpPr>
                <p:spPr>
                  <a:xfrm>
                    <a:off x="2239" y="2624"/>
                    <a:ext cx="412" cy="30"/>
                  </a:xfrm>
                  <a:custGeom>
                    <a:rect b="b" l="l" r="r" t="t"/>
                    <a:pathLst>
                      <a:path extrusionOk="0" h="30" w="412">
                        <a:moveTo>
                          <a:pt x="0" y="15"/>
                        </a:moveTo>
                        <a:lnTo>
                          <a:pt x="19" y="5"/>
                        </a:lnTo>
                        <a:lnTo>
                          <a:pt x="46" y="15"/>
                        </a:lnTo>
                        <a:lnTo>
                          <a:pt x="346" y="15"/>
                        </a:lnTo>
                        <a:lnTo>
                          <a:pt x="385" y="0"/>
                        </a:lnTo>
                        <a:lnTo>
                          <a:pt x="411" y="10"/>
                        </a:lnTo>
                        <a:lnTo>
                          <a:pt x="365" y="29"/>
                        </a:lnTo>
                        <a:lnTo>
                          <a:pt x="46" y="29"/>
                        </a:lnTo>
                        <a:lnTo>
                          <a:pt x="0" y="15"/>
                        </a:lnTo>
                      </a:path>
                    </a:pathLst>
                  </a:custGeom>
                  <a:solidFill>
                    <a:srgbClr val="BFBFD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6" name="Google Shape;846;p18"/>
                <p:cNvGrpSpPr/>
                <p:nvPr/>
              </p:nvGrpSpPr>
              <p:grpSpPr>
                <a:xfrm>
                  <a:off x="2213" y="2399"/>
                  <a:ext cx="463" cy="250"/>
                  <a:chOff x="2213" y="2399"/>
                  <a:chExt cx="463" cy="250"/>
                </a:xfrm>
              </p:grpSpPr>
              <p:sp>
                <p:nvSpPr>
                  <p:cNvPr id="847" name="Google Shape;847;p18"/>
                  <p:cNvSpPr/>
                  <p:nvPr/>
                </p:nvSpPr>
                <p:spPr>
                  <a:xfrm>
                    <a:off x="2213" y="2409"/>
                    <a:ext cx="27" cy="240"/>
                  </a:xfrm>
                  <a:custGeom>
                    <a:rect b="b" l="l" r="r" t="t"/>
                    <a:pathLst>
                      <a:path extrusionOk="0" h="240" w="27">
                        <a:moveTo>
                          <a:pt x="26" y="229"/>
                        </a:moveTo>
                        <a:lnTo>
                          <a:pt x="0" y="239"/>
                        </a:lnTo>
                        <a:lnTo>
                          <a:pt x="0" y="0"/>
                        </a:lnTo>
                        <a:lnTo>
                          <a:pt x="26" y="10"/>
                        </a:lnTo>
                        <a:lnTo>
                          <a:pt x="26" y="229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" name="Google Shape;848;p18"/>
                  <p:cNvSpPr/>
                  <p:nvPr/>
                </p:nvSpPr>
                <p:spPr>
                  <a:xfrm>
                    <a:off x="2650" y="2404"/>
                    <a:ext cx="26" cy="240"/>
                  </a:xfrm>
                  <a:custGeom>
                    <a:rect b="b" l="l" r="r" t="t"/>
                    <a:pathLst>
                      <a:path extrusionOk="0" h="240" w="26">
                        <a:moveTo>
                          <a:pt x="0" y="229"/>
                        </a:moveTo>
                        <a:lnTo>
                          <a:pt x="0" y="15"/>
                        </a:lnTo>
                        <a:lnTo>
                          <a:pt x="19" y="0"/>
                        </a:lnTo>
                        <a:lnTo>
                          <a:pt x="25" y="10"/>
                        </a:lnTo>
                        <a:lnTo>
                          <a:pt x="25" y="239"/>
                        </a:lnTo>
                        <a:lnTo>
                          <a:pt x="0" y="229"/>
                        </a:lnTo>
                      </a:path>
                    </a:pathLst>
                  </a:custGeom>
                  <a:solidFill>
                    <a:srgbClr val="9F9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9" name="Google Shape;849;p18"/>
                  <p:cNvSpPr/>
                  <p:nvPr/>
                </p:nvSpPr>
                <p:spPr>
                  <a:xfrm>
                    <a:off x="2239" y="2399"/>
                    <a:ext cx="412" cy="241"/>
                  </a:xfrm>
                  <a:custGeom>
                    <a:rect b="b" l="l" r="r" t="t"/>
                    <a:pathLst>
                      <a:path extrusionOk="0" h="241" w="412">
                        <a:moveTo>
                          <a:pt x="411" y="235"/>
                        </a:moveTo>
                        <a:lnTo>
                          <a:pt x="411" y="19"/>
                        </a:lnTo>
                        <a:lnTo>
                          <a:pt x="365" y="0"/>
                        </a:lnTo>
                        <a:lnTo>
                          <a:pt x="39" y="0"/>
                        </a:lnTo>
                        <a:lnTo>
                          <a:pt x="0" y="19"/>
                        </a:lnTo>
                        <a:lnTo>
                          <a:pt x="0" y="240"/>
                        </a:lnTo>
                        <a:lnTo>
                          <a:pt x="39" y="220"/>
                        </a:lnTo>
                        <a:lnTo>
                          <a:pt x="365" y="220"/>
                        </a:lnTo>
                        <a:lnTo>
                          <a:pt x="411" y="235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" name="Google Shape;850;p18"/>
                  <p:cNvSpPr/>
                  <p:nvPr/>
                </p:nvSpPr>
                <p:spPr>
                  <a:xfrm>
                    <a:off x="2369" y="2399"/>
                    <a:ext cx="86" cy="221"/>
                  </a:xfrm>
                  <a:custGeom>
                    <a:rect b="b" l="l" r="r" t="t"/>
                    <a:pathLst>
                      <a:path extrusionOk="0" h="221" w="86">
                        <a:moveTo>
                          <a:pt x="0" y="220"/>
                        </a:moveTo>
                        <a:lnTo>
                          <a:pt x="0" y="0"/>
                        </a:lnTo>
                        <a:lnTo>
                          <a:pt x="85" y="0"/>
                        </a:lnTo>
                        <a:lnTo>
                          <a:pt x="85" y="220"/>
                        </a:lnTo>
                        <a:lnTo>
                          <a:pt x="0" y="220"/>
                        </a:lnTo>
                      </a:path>
                    </a:pathLst>
                  </a:custGeom>
                  <a:solidFill>
                    <a:srgbClr val="FF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" name="Google Shape;851;p18"/>
                  <p:cNvSpPr/>
                  <p:nvPr/>
                </p:nvSpPr>
                <p:spPr>
                  <a:xfrm>
                    <a:off x="2604" y="2399"/>
                    <a:ext cx="47" cy="236"/>
                  </a:xfrm>
                  <a:custGeom>
                    <a:rect b="b" l="l" r="r" t="t"/>
                    <a:pathLst>
                      <a:path extrusionOk="0" h="236" w="47">
                        <a:moveTo>
                          <a:pt x="0" y="220"/>
                        </a:moveTo>
                        <a:lnTo>
                          <a:pt x="46" y="235"/>
                        </a:lnTo>
                        <a:lnTo>
                          <a:pt x="46" y="19"/>
                        </a:lnTo>
                        <a:lnTo>
                          <a:pt x="0" y="0"/>
                        </a:lnTo>
                        <a:lnTo>
                          <a:pt x="0" y="220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52" name="Google Shape;852;p18"/>
              <p:cNvGrpSpPr/>
              <p:nvPr/>
            </p:nvGrpSpPr>
            <p:grpSpPr>
              <a:xfrm>
                <a:off x="2248" y="2300"/>
                <a:ext cx="463" cy="255"/>
                <a:chOff x="2248" y="2300"/>
                <a:chExt cx="463" cy="255"/>
              </a:xfrm>
            </p:grpSpPr>
            <p:grpSp>
              <p:nvGrpSpPr>
                <p:cNvPr id="853" name="Google Shape;853;p18"/>
                <p:cNvGrpSpPr/>
                <p:nvPr/>
              </p:nvGrpSpPr>
              <p:grpSpPr>
                <a:xfrm>
                  <a:off x="2274" y="2520"/>
                  <a:ext cx="412" cy="35"/>
                  <a:chOff x="2274" y="2520"/>
                  <a:chExt cx="412" cy="35"/>
                </a:xfrm>
              </p:grpSpPr>
              <p:sp>
                <p:nvSpPr>
                  <p:cNvPr id="854" name="Google Shape;854;p18"/>
                  <p:cNvSpPr/>
                  <p:nvPr/>
                </p:nvSpPr>
                <p:spPr>
                  <a:xfrm>
                    <a:off x="2274" y="2520"/>
                    <a:ext cx="412" cy="35"/>
                  </a:xfrm>
                  <a:custGeom>
                    <a:rect b="b" l="l" r="r" t="t"/>
                    <a:pathLst>
                      <a:path extrusionOk="0" h="35" w="412">
                        <a:moveTo>
                          <a:pt x="0" y="19"/>
                        </a:moveTo>
                        <a:lnTo>
                          <a:pt x="46" y="34"/>
                        </a:lnTo>
                        <a:lnTo>
                          <a:pt x="365" y="34"/>
                        </a:lnTo>
                        <a:lnTo>
                          <a:pt x="411" y="15"/>
                        </a:lnTo>
                        <a:lnTo>
                          <a:pt x="365" y="0"/>
                        </a:lnTo>
                        <a:lnTo>
                          <a:pt x="39" y="0"/>
                        </a:lnTo>
                        <a:lnTo>
                          <a:pt x="0" y="19"/>
                        </a:lnTo>
                      </a:path>
                    </a:pathLst>
                  </a:custGeom>
                  <a:solidFill>
                    <a:srgbClr val="9F9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" name="Google Shape;855;p18"/>
                  <p:cNvSpPr/>
                  <p:nvPr/>
                </p:nvSpPr>
                <p:spPr>
                  <a:xfrm>
                    <a:off x="2274" y="2525"/>
                    <a:ext cx="412" cy="30"/>
                  </a:xfrm>
                  <a:custGeom>
                    <a:rect b="b" l="l" r="r" t="t"/>
                    <a:pathLst>
                      <a:path extrusionOk="0" h="30" w="412">
                        <a:moveTo>
                          <a:pt x="0" y="15"/>
                        </a:moveTo>
                        <a:lnTo>
                          <a:pt x="19" y="5"/>
                        </a:lnTo>
                        <a:lnTo>
                          <a:pt x="46" y="15"/>
                        </a:lnTo>
                        <a:lnTo>
                          <a:pt x="346" y="15"/>
                        </a:lnTo>
                        <a:lnTo>
                          <a:pt x="385" y="0"/>
                        </a:lnTo>
                        <a:lnTo>
                          <a:pt x="411" y="10"/>
                        </a:lnTo>
                        <a:lnTo>
                          <a:pt x="365" y="29"/>
                        </a:lnTo>
                        <a:lnTo>
                          <a:pt x="46" y="29"/>
                        </a:lnTo>
                        <a:lnTo>
                          <a:pt x="0" y="15"/>
                        </a:lnTo>
                      </a:path>
                    </a:pathLst>
                  </a:custGeom>
                  <a:solidFill>
                    <a:srgbClr val="BFBFD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56" name="Google Shape;856;p18"/>
                <p:cNvGrpSpPr/>
                <p:nvPr/>
              </p:nvGrpSpPr>
              <p:grpSpPr>
                <a:xfrm>
                  <a:off x="2248" y="2300"/>
                  <a:ext cx="463" cy="250"/>
                  <a:chOff x="2248" y="2300"/>
                  <a:chExt cx="463" cy="250"/>
                </a:xfrm>
              </p:grpSpPr>
              <p:sp>
                <p:nvSpPr>
                  <p:cNvPr id="857" name="Google Shape;857;p18"/>
                  <p:cNvSpPr/>
                  <p:nvPr/>
                </p:nvSpPr>
                <p:spPr>
                  <a:xfrm>
                    <a:off x="2248" y="2310"/>
                    <a:ext cx="27" cy="240"/>
                  </a:xfrm>
                  <a:custGeom>
                    <a:rect b="b" l="l" r="r" t="t"/>
                    <a:pathLst>
                      <a:path extrusionOk="0" h="240" w="27">
                        <a:moveTo>
                          <a:pt x="26" y="229"/>
                        </a:moveTo>
                        <a:lnTo>
                          <a:pt x="0" y="239"/>
                        </a:lnTo>
                        <a:lnTo>
                          <a:pt x="0" y="0"/>
                        </a:lnTo>
                        <a:lnTo>
                          <a:pt x="26" y="10"/>
                        </a:lnTo>
                        <a:lnTo>
                          <a:pt x="26" y="229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" name="Google Shape;858;p18"/>
                  <p:cNvSpPr/>
                  <p:nvPr/>
                </p:nvSpPr>
                <p:spPr>
                  <a:xfrm>
                    <a:off x="2685" y="2305"/>
                    <a:ext cx="26" cy="240"/>
                  </a:xfrm>
                  <a:custGeom>
                    <a:rect b="b" l="l" r="r" t="t"/>
                    <a:pathLst>
                      <a:path extrusionOk="0" h="240" w="26">
                        <a:moveTo>
                          <a:pt x="0" y="229"/>
                        </a:moveTo>
                        <a:lnTo>
                          <a:pt x="0" y="15"/>
                        </a:lnTo>
                        <a:lnTo>
                          <a:pt x="19" y="0"/>
                        </a:lnTo>
                        <a:lnTo>
                          <a:pt x="25" y="10"/>
                        </a:lnTo>
                        <a:lnTo>
                          <a:pt x="25" y="239"/>
                        </a:lnTo>
                        <a:lnTo>
                          <a:pt x="0" y="229"/>
                        </a:lnTo>
                      </a:path>
                    </a:pathLst>
                  </a:custGeom>
                  <a:solidFill>
                    <a:srgbClr val="9F9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9" name="Google Shape;859;p18"/>
                  <p:cNvSpPr/>
                  <p:nvPr/>
                </p:nvSpPr>
                <p:spPr>
                  <a:xfrm>
                    <a:off x="2274" y="2300"/>
                    <a:ext cx="412" cy="241"/>
                  </a:xfrm>
                  <a:custGeom>
                    <a:rect b="b" l="l" r="r" t="t"/>
                    <a:pathLst>
                      <a:path extrusionOk="0" h="241" w="412">
                        <a:moveTo>
                          <a:pt x="411" y="235"/>
                        </a:moveTo>
                        <a:lnTo>
                          <a:pt x="411" y="19"/>
                        </a:lnTo>
                        <a:lnTo>
                          <a:pt x="365" y="0"/>
                        </a:lnTo>
                        <a:lnTo>
                          <a:pt x="39" y="0"/>
                        </a:lnTo>
                        <a:lnTo>
                          <a:pt x="0" y="19"/>
                        </a:lnTo>
                        <a:lnTo>
                          <a:pt x="0" y="240"/>
                        </a:lnTo>
                        <a:lnTo>
                          <a:pt x="39" y="220"/>
                        </a:lnTo>
                        <a:lnTo>
                          <a:pt x="365" y="220"/>
                        </a:lnTo>
                        <a:lnTo>
                          <a:pt x="411" y="235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" name="Google Shape;860;p18"/>
                  <p:cNvSpPr/>
                  <p:nvPr/>
                </p:nvSpPr>
                <p:spPr>
                  <a:xfrm>
                    <a:off x="2404" y="2300"/>
                    <a:ext cx="86" cy="221"/>
                  </a:xfrm>
                  <a:custGeom>
                    <a:rect b="b" l="l" r="r" t="t"/>
                    <a:pathLst>
                      <a:path extrusionOk="0" h="221" w="86">
                        <a:moveTo>
                          <a:pt x="0" y="220"/>
                        </a:moveTo>
                        <a:lnTo>
                          <a:pt x="0" y="0"/>
                        </a:lnTo>
                        <a:lnTo>
                          <a:pt x="85" y="0"/>
                        </a:lnTo>
                        <a:lnTo>
                          <a:pt x="85" y="220"/>
                        </a:lnTo>
                        <a:lnTo>
                          <a:pt x="0" y="220"/>
                        </a:lnTo>
                      </a:path>
                    </a:pathLst>
                  </a:custGeom>
                  <a:solidFill>
                    <a:srgbClr val="FF0000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" name="Google Shape;861;p18"/>
                  <p:cNvSpPr/>
                  <p:nvPr/>
                </p:nvSpPr>
                <p:spPr>
                  <a:xfrm>
                    <a:off x="2639" y="2300"/>
                    <a:ext cx="47" cy="236"/>
                  </a:xfrm>
                  <a:custGeom>
                    <a:rect b="b" l="l" r="r" t="t"/>
                    <a:pathLst>
                      <a:path extrusionOk="0" h="236" w="47">
                        <a:moveTo>
                          <a:pt x="0" y="220"/>
                        </a:moveTo>
                        <a:lnTo>
                          <a:pt x="46" y="235"/>
                        </a:lnTo>
                        <a:lnTo>
                          <a:pt x="46" y="19"/>
                        </a:lnTo>
                        <a:lnTo>
                          <a:pt x="0" y="0"/>
                        </a:lnTo>
                        <a:lnTo>
                          <a:pt x="0" y="220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862" name="Google Shape;862;p18"/>
            <p:cNvGrpSpPr/>
            <p:nvPr/>
          </p:nvGrpSpPr>
          <p:grpSpPr>
            <a:xfrm>
              <a:off x="1699" y="2159"/>
              <a:ext cx="500" cy="440"/>
              <a:chOff x="1699" y="2159"/>
              <a:chExt cx="500" cy="440"/>
            </a:xfrm>
          </p:grpSpPr>
          <p:grpSp>
            <p:nvGrpSpPr>
              <p:cNvPr id="863" name="Google Shape;863;p18"/>
              <p:cNvGrpSpPr/>
              <p:nvPr/>
            </p:nvGrpSpPr>
            <p:grpSpPr>
              <a:xfrm>
                <a:off x="1878" y="2159"/>
                <a:ext cx="219" cy="298"/>
                <a:chOff x="1878" y="2159"/>
                <a:chExt cx="219" cy="298"/>
              </a:xfrm>
            </p:grpSpPr>
            <p:sp>
              <p:nvSpPr>
                <p:cNvPr id="864" name="Google Shape;864;p18"/>
                <p:cNvSpPr/>
                <p:nvPr/>
              </p:nvSpPr>
              <p:spPr>
                <a:xfrm>
                  <a:off x="1878" y="2178"/>
                  <a:ext cx="219" cy="279"/>
                </a:xfrm>
                <a:custGeom>
                  <a:rect b="b" l="l" r="r" t="t"/>
                  <a:pathLst>
                    <a:path extrusionOk="0" h="279" w="219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252"/>
                      </a:lnTo>
                      <a:lnTo>
                        <a:pt x="218" y="255"/>
                      </a:lnTo>
                      <a:lnTo>
                        <a:pt x="215" y="258"/>
                      </a:lnTo>
                      <a:lnTo>
                        <a:pt x="211" y="261"/>
                      </a:lnTo>
                      <a:lnTo>
                        <a:pt x="207" y="264"/>
                      </a:lnTo>
                      <a:lnTo>
                        <a:pt x="202" y="266"/>
                      </a:lnTo>
                      <a:lnTo>
                        <a:pt x="198" y="267"/>
                      </a:lnTo>
                      <a:lnTo>
                        <a:pt x="191" y="269"/>
                      </a:lnTo>
                      <a:lnTo>
                        <a:pt x="185" y="271"/>
                      </a:lnTo>
                      <a:lnTo>
                        <a:pt x="179" y="272"/>
                      </a:lnTo>
                      <a:lnTo>
                        <a:pt x="173" y="273"/>
                      </a:lnTo>
                      <a:lnTo>
                        <a:pt x="166" y="274"/>
                      </a:lnTo>
                      <a:lnTo>
                        <a:pt x="160" y="275"/>
                      </a:lnTo>
                      <a:lnTo>
                        <a:pt x="153" y="276"/>
                      </a:lnTo>
                      <a:lnTo>
                        <a:pt x="146" y="276"/>
                      </a:lnTo>
                      <a:lnTo>
                        <a:pt x="137" y="277"/>
                      </a:lnTo>
                      <a:lnTo>
                        <a:pt x="129" y="278"/>
                      </a:lnTo>
                      <a:lnTo>
                        <a:pt x="119" y="278"/>
                      </a:lnTo>
                      <a:lnTo>
                        <a:pt x="110" y="278"/>
                      </a:lnTo>
                      <a:lnTo>
                        <a:pt x="100" y="278"/>
                      </a:lnTo>
                      <a:lnTo>
                        <a:pt x="90" y="278"/>
                      </a:lnTo>
                      <a:lnTo>
                        <a:pt x="80" y="277"/>
                      </a:lnTo>
                      <a:lnTo>
                        <a:pt x="70" y="276"/>
                      </a:lnTo>
                      <a:lnTo>
                        <a:pt x="60" y="276"/>
                      </a:lnTo>
                      <a:lnTo>
                        <a:pt x="51" y="274"/>
                      </a:lnTo>
                      <a:lnTo>
                        <a:pt x="42" y="273"/>
                      </a:lnTo>
                      <a:lnTo>
                        <a:pt x="33" y="271"/>
                      </a:lnTo>
                      <a:lnTo>
                        <a:pt x="24" y="269"/>
                      </a:lnTo>
                      <a:lnTo>
                        <a:pt x="17" y="266"/>
                      </a:lnTo>
                      <a:lnTo>
                        <a:pt x="9" y="263"/>
                      </a:lnTo>
                      <a:lnTo>
                        <a:pt x="4" y="259"/>
                      </a:lnTo>
                      <a:lnTo>
                        <a:pt x="1" y="255"/>
                      </a:lnTo>
                      <a:lnTo>
                        <a:pt x="0" y="25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18"/>
                <p:cNvSpPr/>
                <p:nvPr/>
              </p:nvSpPr>
              <p:spPr>
                <a:xfrm>
                  <a:off x="1886" y="2345"/>
                  <a:ext cx="204" cy="19"/>
                </a:xfrm>
                <a:custGeom>
                  <a:rect b="b" l="l" r="r" t="t"/>
                  <a:pathLst>
                    <a:path extrusionOk="0" fill="none" h="21600" w="43200">
                      <a:moveTo>
                        <a:pt x="43200" y="0"/>
                      </a:moveTo>
                      <a:cubicBezTo>
                        <a:pt x="43200" y="11929"/>
                        <a:pt x="33529" y="21600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extrusionOk="0" h="21600" w="43200">
                      <a:moveTo>
                        <a:pt x="43200" y="0"/>
                      </a:moveTo>
                      <a:cubicBezTo>
                        <a:pt x="43200" y="11929"/>
                        <a:pt x="33529" y="21600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lnTo>
                        <a:pt x="43200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18"/>
                <p:cNvSpPr/>
                <p:nvPr/>
              </p:nvSpPr>
              <p:spPr>
                <a:xfrm>
                  <a:off x="1886" y="2255"/>
                  <a:ext cx="204" cy="18"/>
                </a:xfrm>
                <a:custGeom>
                  <a:rect b="b" l="l" r="r" t="t"/>
                  <a:pathLst>
                    <a:path extrusionOk="0" fill="none" h="21600" w="43200">
                      <a:moveTo>
                        <a:pt x="43200" y="0"/>
                      </a:moveTo>
                      <a:cubicBezTo>
                        <a:pt x="43200" y="11929"/>
                        <a:pt x="33529" y="21600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extrusionOk="0" h="21600" w="43200">
                      <a:moveTo>
                        <a:pt x="43200" y="0"/>
                      </a:moveTo>
                      <a:cubicBezTo>
                        <a:pt x="43200" y="11929"/>
                        <a:pt x="33529" y="21600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lnTo>
                        <a:pt x="43200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18"/>
                <p:cNvSpPr/>
                <p:nvPr/>
              </p:nvSpPr>
              <p:spPr>
                <a:xfrm>
                  <a:off x="1885" y="2159"/>
                  <a:ext cx="204" cy="37"/>
                </a:xfrm>
                <a:prstGeom prst="ellipse">
                  <a:avLst/>
                </a:prstGeom>
                <a:solidFill>
                  <a:srgbClr val="C0C0C0"/>
                </a:solidFill>
                <a:ln cap="flat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8" name="Google Shape;868;p18"/>
              <p:cNvGrpSpPr/>
              <p:nvPr/>
            </p:nvGrpSpPr>
            <p:grpSpPr>
              <a:xfrm>
                <a:off x="1981" y="2251"/>
                <a:ext cx="218" cy="298"/>
                <a:chOff x="1981" y="2251"/>
                <a:chExt cx="218" cy="298"/>
              </a:xfrm>
            </p:grpSpPr>
            <p:sp>
              <p:nvSpPr>
                <p:cNvPr id="869" name="Google Shape;869;p18"/>
                <p:cNvSpPr/>
                <p:nvPr/>
              </p:nvSpPr>
              <p:spPr>
                <a:xfrm>
                  <a:off x="1981" y="2270"/>
                  <a:ext cx="218" cy="279"/>
                </a:xfrm>
                <a:custGeom>
                  <a:rect b="b" l="l" r="r" t="t"/>
                  <a:pathLst>
                    <a:path extrusionOk="0" h="279" w="218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252"/>
                      </a:lnTo>
                      <a:lnTo>
                        <a:pt x="217" y="255"/>
                      </a:lnTo>
                      <a:lnTo>
                        <a:pt x="214" y="258"/>
                      </a:lnTo>
                      <a:lnTo>
                        <a:pt x="211" y="261"/>
                      </a:lnTo>
                      <a:lnTo>
                        <a:pt x="206" y="264"/>
                      </a:lnTo>
                      <a:lnTo>
                        <a:pt x="201" y="266"/>
                      </a:lnTo>
                      <a:lnTo>
                        <a:pt x="197" y="267"/>
                      </a:lnTo>
                      <a:lnTo>
                        <a:pt x="190" y="269"/>
                      </a:lnTo>
                      <a:lnTo>
                        <a:pt x="185" y="271"/>
                      </a:lnTo>
                      <a:lnTo>
                        <a:pt x="178" y="272"/>
                      </a:lnTo>
                      <a:lnTo>
                        <a:pt x="173" y="273"/>
                      </a:lnTo>
                      <a:lnTo>
                        <a:pt x="165" y="274"/>
                      </a:lnTo>
                      <a:lnTo>
                        <a:pt x="159" y="275"/>
                      </a:lnTo>
                      <a:lnTo>
                        <a:pt x="153" y="276"/>
                      </a:lnTo>
                      <a:lnTo>
                        <a:pt x="146" y="276"/>
                      </a:lnTo>
                      <a:lnTo>
                        <a:pt x="137" y="277"/>
                      </a:lnTo>
                      <a:lnTo>
                        <a:pt x="129" y="278"/>
                      </a:lnTo>
                      <a:lnTo>
                        <a:pt x="119" y="278"/>
                      </a:lnTo>
                      <a:lnTo>
                        <a:pt x="109" y="278"/>
                      </a:lnTo>
                      <a:lnTo>
                        <a:pt x="99" y="278"/>
                      </a:lnTo>
                      <a:lnTo>
                        <a:pt x="90" y="278"/>
                      </a:lnTo>
                      <a:lnTo>
                        <a:pt x="80" y="277"/>
                      </a:lnTo>
                      <a:lnTo>
                        <a:pt x="69" y="276"/>
                      </a:lnTo>
                      <a:lnTo>
                        <a:pt x="60" y="276"/>
                      </a:lnTo>
                      <a:lnTo>
                        <a:pt x="51" y="274"/>
                      </a:lnTo>
                      <a:lnTo>
                        <a:pt x="42" y="273"/>
                      </a:lnTo>
                      <a:lnTo>
                        <a:pt x="33" y="271"/>
                      </a:lnTo>
                      <a:lnTo>
                        <a:pt x="24" y="269"/>
                      </a:lnTo>
                      <a:lnTo>
                        <a:pt x="17" y="266"/>
                      </a:lnTo>
                      <a:lnTo>
                        <a:pt x="9" y="263"/>
                      </a:lnTo>
                      <a:lnTo>
                        <a:pt x="4" y="259"/>
                      </a:lnTo>
                      <a:lnTo>
                        <a:pt x="1" y="255"/>
                      </a:lnTo>
                      <a:lnTo>
                        <a:pt x="0" y="25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18"/>
                <p:cNvSpPr/>
                <p:nvPr/>
              </p:nvSpPr>
              <p:spPr>
                <a:xfrm>
                  <a:off x="1988" y="2438"/>
                  <a:ext cx="204" cy="19"/>
                </a:xfrm>
                <a:custGeom>
                  <a:rect b="b" l="l" r="r" t="t"/>
                  <a:pathLst>
                    <a:path extrusionOk="0" fill="none" h="22766" w="43200">
                      <a:moveTo>
                        <a:pt x="43168" y="0"/>
                      </a:moveTo>
                      <a:cubicBezTo>
                        <a:pt x="43189" y="388"/>
                        <a:pt x="43200" y="777"/>
                        <a:pt x="43200" y="1166"/>
                      </a:cubicBezTo>
                      <a:cubicBezTo>
                        <a:pt x="43200" y="13095"/>
                        <a:pt x="33529" y="22766"/>
                        <a:pt x="21600" y="22766"/>
                      </a:cubicBezTo>
                      <a:cubicBezTo>
                        <a:pt x="9670" y="22766"/>
                        <a:pt x="0" y="13095"/>
                        <a:pt x="0" y="1166"/>
                      </a:cubicBezTo>
                      <a:cubicBezTo>
                        <a:pt x="-1" y="777"/>
                        <a:pt x="10" y="388"/>
                        <a:pt x="31" y="0"/>
                      </a:cubicBezTo>
                    </a:path>
                    <a:path extrusionOk="0" h="22766" w="43200">
                      <a:moveTo>
                        <a:pt x="43168" y="0"/>
                      </a:moveTo>
                      <a:cubicBezTo>
                        <a:pt x="43189" y="388"/>
                        <a:pt x="43200" y="777"/>
                        <a:pt x="43200" y="1166"/>
                      </a:cubicBezTo>
                      <a:cubicBezTo>
                        <a:pt x="43200" y="13095"/>
                        <a:pt x="33529" y="22766"/>
                        <a:pt x="21600" y="22766"/>
                      </a:cubicBezTo>
                      <a:cubicBezTo>
                        <a:pt x="9670" y="22766"/>
                        <a:pt x="0" y="13095"/>
                        <a:pt x="0" y="1166"/>
                      </a:cubicBezTo>
                      <a:cubicBezTo>
                        <a:pt x="-1" y="777"/>
                        <a:pt x="10" y="388"/>
                        <a:pt x="31" y="0"/>
                      </a:cubicBezTo>
                      <a:lnTo>
                        <a:pt x="21600" y="1166"/>
                      </a:lnTo>
                      <a:lnTo>
                        <a:pt x="43168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18"/>
                <p:cNvSpPr/>
                <p:nvPr/>
              </p:nvSpPr>
              <p:spPr>
                <a:xfrm>
                  <a:off x="1988" y="2348"/>
                  <a:ext cx="204" cy="19"/>
                </a:xfrm>
                <a:custGeom>
                  <a:rect b="b" l="l" r="r" t="t"/>
                  <a:pathLst>
                    <a:path extrusionOk="0" fill="none" h="22766" w="43200">
                      <a:moveTo>
                        <a:pt x="43168" y="0"/>
                      </a:moveTo>
                      <a:cubicBezTo>
                        <a:pt x="43189" y="388"/>
                        <a:pt x="43200" y="777"/>
                        <a:pt x="43200" y="1166"/>
                      </a:cubicBezTo>
                      <a:cubicBezTo>
                        <a:pt x="43200" y="13095"/>
                        <a:pt x="33529" y="22766"/>
                        <a:pt x="21600" y="22766"/>
                      </a:cubicBezTo>
                      <a:cubicBezTo>
                        <a:pt x="9670" y="22766"/>
                        <a:pt x="0" y="13095"/>
                        <a:pt x="0" y="1166"/>
                      </a:cubicBezTo>
                      <a:cubicBezTo>
                        <a:pt x="-1" y="777"/>
                        <a:pt x="10" y="388"/>
                        <a:pt x="31" y="0"/>
                      </a:cubicBezTo>
                    </a:path>
                    <a:path extrusionOk="0" h="22766" w="43200">
                      <a:moveTo>
                        <a:pt x="43168" y="0"/>
                      </a:moveTo>
                      <a:cubicBezTo>
                        <a:pt x="43189" y="388"/>
                        <a:pt x="43200" y="777"/>
                        <a:pt x="43200" y="1166"/>
                      </a:cubicBezTo>
                      <a:cubicBezTo>
                        <a:pt x="43200" y="13095"/>
                        <a:pt x="33529" y="22766"/>
                        <a:pt x="21600" y="22766"/>
                      </a:cubicBezTo>
                      <a:cubicBezTo>
                        <a:pt x="9670" y="22766"/>
                        <a:pt x="0" y="13095"/>
                        <a:pt x="0" y="1166"/>
                      </a:cubicBezTo>
                      <a:cubicBezTo>
                        <a:pt x="-1" y="777"/>
                        <a:pt x="10" y="388"/>
                        <a:pt x="31" y="0"/>
                      </a:cubicBezTo>
                      <a:lnTo>
                        <a:pt x="21600" y="1166"/>
                      </a:lnTo>
                      <a:lnTo>
                        <a:pt x="43168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18"/>
                <p:cNvSpPr/>
                <p:nvPr/>
              </p:nvSpPr>
              <p:spPr>
                <a:xfrm>
                  <a:off x="1987" y="2251"/>
                  <a:ext cx="204" cy="37"/>
                </a:xfrm>
                <a:prstGeom prst="ellipse">
                  <a:avLst/>
                </a:prstGeom>
                <a:solidFill>
                  <a:srgbClr val="C0C0C0"/>
                </a:solidFill>
                <a:ln cap="flat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73" name="Google Shape;873;p18"/>
              <p:cNvGrpSpPr/>
              <p:nvPr/>
            </p:nvGrpSpPr>
            <p:grpSpPr>
              <a:xfrm>
                <a:off x="1699" y="2300"/>
                <a:ext cx="219" cy="299"/>
                <a:chOff x="1699" y="2300"/>
                <a:chExt cx="219" cy="299"/>
              </a:xfrm>
            </p:grpSpPr>
            <p:sp>
              <p:nvSpPr>
                <p:cNvPr id="874" name="Google Shape;874;p18"/>
                <p:cNvSpPr/>
                <p:nvPr/>
              </p:nvSpPr>
              <p:spPr>
                <a:xfrm>
                  <a:off x="1699" y="2319"/>
                  <a:ext cx="219" cy="280"/>
                </a:xfrm>
                <a:custGeom>
                  <a:rect b="b" l="l" r="r" t="t"/>
                  <a:pathLst>
                    <a:path extrusionOk="0" h="280" w="219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253"/>
                      </a:lnTo>
                      <a:lnTo>
                        <a:pt x="218" y="256"/>
                      </a:lnTo>
                      <a:lnTo>
                        <a:pt x="215" y="259"/>
                      </a:lnTo>
                      <a:lnTo>
                        <a:pt x="211" y="262"/>
                      </a:lnTo>
                      <a:lnTo>
                        <a:pt x="207" y="265"/>
                      </a:lnTo>
                      <a:lnTo>
                        <a:pt x="202" y="267"/>
                      </a:lnTo>
                      <a:lnTo>
                        <a:pt x="198" y="268"/>
                      </a:lnTo>
                      <a:lnTo>
                        <a:pt x="191" y="270"/>
                      </a:lnTo>
                      <a:lnTo>
                        <a:pt x="185" y="272"/>
                      </a:lnTo>
                      <a:lnTo>
                        <a:pt x="179" y="273"/>
                      </a:lnTo>
                      <a:lnTo>
                        <a:pt x="173" y="274"/>
                      </a:lnTo>
                      <a:lnTo>
                        <a:pt x="166" y="275"/>
                      </a:lnTo>
                      <a:lnTo>
                        <a:pt x="160" y="276"/>
                      </a:lnTo>
                      <a:lnTo>
                        <a:pt x="153" y="277"/>
                      </a:lnTo>
                      <a:lnTo>
                        <a:pt x="146" y="277"/>
                      </a:lnTo>
                      <a:lnTo>
                        <a:pt x="137" y="278"/>
                      </a:lnTo>
                      <a:lnTo>
                        <a:pt x="129" y="279"/>
                      </a:lnTo>
                      <a:lnTo>
                        <a:pt x="119" y="279"/>
                      </a:lnTo>
                      <a:lnTo>
                        <a:pt x="110" y="279"/>
                      </a:lnTo>
                      <a:lnTo>
                        <a:pt x="100" y="279"/>
                      </a:lnTo>
                      <a:lnTo>
                        <a:pt x="90" y="279"/>
                      </a:lnTo>
                      <a:lnTo>
                        <a:pt x="80" y="278"/>
                      </a:lnTo>
                      <a:lnTo>
                        <a:pt x="70" y="277"/>
                      </a:lnTo>
                      <a:lnTo>
                        <a:pt x="60" y="277"/>
                      </a:lnTo>
                      <a:lnTo>
                        <a:pt x="51" y="275"/>
                      </a:lnTo>
                      <a:lnTo>
                        <a:pt x="42" y="274"/>
                      </a:lnTo>
                      <a:lnTo>
                        <a:pt x="33" y="272"/>
                      </a:lnTo>
                      <a:lnTo>
                        <a:pt x="24" y="270"/>
                      </a:lnTo>
                      <a:lnTo>
                        <a:pt x="17" y="267"/>
                      </a:lnTo>
                      <a:lnTo>
                        <a:pt x="9" y="264"/>
                      </a:lnTo>
                      <a:lnTo>
                        <a:pt x="4" y="260"/>
                      </a:lnTo>
                      <a:lnTo>
                        <a:pt x="1" y="256"/>
                      </a:lnTo>
                      <a:lnTo>
                        <a:pt x="0" y="25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18"/>
                <p:cNvSpPr/>
                <p:nvPr/>
              </p:nvSpPr>
              <p:spPr>
                <a:xfrm>
                  <a:off x="1707" y="2487"/>
                  <a:ext cx="204" cy="19"/>
                </a:xfrm>
                <a:custGeom>
                  <a:rect b="b" l="l" r="r" t="t"/>
                  <a:pathLst>
                    <a:path extrusionOk="0" fill="none" h="22766" w="43200">
                      <a:moveTo>
                        <a:pt x="43168" y="0"/>
                      </a:moveTo>
                      <a:cubicBezTo>
                        <a:pt x="43189" y="388"/>
                        <a:pt x="43200" y="777"/>
                        <a:pt x="43200" y="1166"/>
                      </a:cubicBezTo>
                      <a:cubicBezTo>
                        <a:pt x="43200" y="13095"/>
                        <a:pt x="33529" y="22766"/>
                        <a:pt x="21600" y="22766"/>
                      </a:cubicBezTo>
                      <a:cubicBezTo>
                        <a:pt x="9670" y="22766"/>
                        <a:pt x="0" y="13095"/>
                        <a:pt x="0" y="1166"/>
                      </a:cubicBezTo>
                      <a:cubicBezTo>
                        <a:pt x="-1" y="777"/>
                        <a:pt x="10" y="388"/>
                        <a:pt x="31" y="0"/>
                      </a:cubicBezTo>
                    </a:path>
                    <a:path extrusionOk="0" h="22766" w="43200">
                      <a:moveTo>
                        <a:pt x="43168" y="0"/>
                      </a:moveTo>
                      <a:cubicBezTo>
                        <a:pt x="43189" y="388"/>
                        <a:pt x="43200" y="777"/>
                        <a:pt x="43200" y="1166"/>
                      </a:cubicBezTo>
                      <a:cubicBezTo>
                        <a:pt x="43200" y="13095"/>
                        <a:pt x="33529" y="22766"/>
                        <a:pt x="21600" y="22766"/>
                      </a:cubicBezTo>
                      <a:cubicBezTo>
                        <a:pt x="9670" y="22766"/>
                        <a:pt x="0" y="13095"/>
                        <a:pt x="0" y="1166"/>
                      </a:cubicBezTo>
                      <a:cubicBezTo>
                        <a:pt x="-1" y="777"/>
                        <a:pt x="10" y="388"/>
                        <a:pt x="31" y="0"/>
                      </a:cubicBezTo>
                      <a:lnTo>
                        <a:pt x="21600" y="1166"/>
                      </a:lnTo>
                      <a:lnTo>
                        <a:pt x="43168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18"/>
                <p:cNvSpPr/>
                <p:nvPr/>
              </p:nvSpPr>
              <p:spPr>
                <a:xfrm>
                  <a:off x="1707" y="2397"/>
                  <a:ext cx="204" cy="18"/>
                </a:xfrm>
                <a:custGeom>
                  <a:rect b="b" l="l" r="r" t="t"/>
                  <a:pathLst>
                    <a:path extrusionOk="0" fill="none" h="21600" w="43200">
                      <a:moveTo>
                        <a:pt x="43200" y="0"/>
                      </a:moveTo>
                      <a:cubicBezTo>
                        <a:pt x="43200" y="11929"/>
                        <a:pt x="33529" y="21600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extrusionOk="0" h="21600" w="43200">
                      <a:moveTo>
                        <a:pt x="43200" y="0"/>
                      </a:moveTo>
                      <a:cubicBezTo>
                        <a:pt x="43200" y="11929"/>
                        <a:pt x="33529" y="21600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lnTo>
                        <a:pt x="43200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18"/>
                <p:cNvSpPr/>
                <p:nvPr/>
              </p:nvSpPr>
              <p:spPr>
                <a:xfrm>
                  <a:off x="1706" y="2300"/>
                  <a:ext cx="204" cy="38"/>
                </a:xfrm>
                <a:prstGeom prst="ellipse">
                  <a:avLst/>
                </a:prstGeom>
                <a:solidFill>
                  <a:srgbClr val="C0C0C0"/>
                </a:solidFill>
                <a:ln cap="flat" cmpd="sng" w="254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78" name="Google Shape;878;p18"/>
          <p:cNvGrpSpPr/>
          <p:nvPr/>
        </p:nvGrpSpPr>
        <p:grpSpPr>
          <a:xfrm>
            <a:off x="7162800" y="2667001"/>
            <a:ext cx="1612900" cy="993775"/>
            <a:chOff x="4141" y="1307"/>
            <a:chExt cx="1008" cy="622"/>
          </a:xfrm>
        </p:grpSpPr>
        <p:grpSp>
          <p:nvGrpSpPr>
            <p:cNvPr id="879" name="Google Shape;879;p18"/>
            <p:cNvGrpSpPr/>
            <p:nvPr/>
          </p:nvGrpSpPr>
          <p:grpSpPr>
            <a:xfrm>
              <a:off x="4141" y="1571"/>
              <a:ext cx="483" cy="358"/>
              <a:chOff x="4141" y="1571"/>
              <a:chExt cx="483" cy="358"/>
            </a:xfrm>
          </p:grpSpPr>
          <p:grpSp>
            <p:nvGrpSpPr>
              <p:cNvPr id="880" name="Google Shape;880;p18"/>
              <p:cNvGrpSpPr/>
              <p:nvPr/>
            </p:nvGrpSpPr>
            <p:grpSpPr>
              <a:xfrm>
                <a:off x="4141" y="1644"/>
                <a:ext cx="477" cy="285"/>
                <a:chOff x="4141" y="1644"/>
                <a:chExt cx="477" cy="285"/>
              </a:xfrm>
            </p:grpSpPr>
            <p:sp>
              <p:nvSpPr>
                <p:cNvPr id="881" name="Google Shape;881;p18"/>
                <p:cNvSpPr/>
                <p:nvPr/>
              </p:nvSpPr>
              <p:spPr>
                <a:xfrm>
                  <a:off x="4145" y="1722"/>
                  <a:ext cx="245" cy="207"/>
                </a:xfrm>
                <a:custGeom>
                  <a:rect b="b" l="l" r="r" t="t"/>
                  <a:pathLst>
                    <a:path extrusionOk="0" h="207" w="245">
                      <a:moveTo>
                        <a:pt x="244" y="137"/>
                      </a:moveTo>
                      <a:lnTo>
                        <a:pt x="244" y="206"/>
                      </a:lnTo>
                      <a:lnTo>
                        <a:pt x="0" y="50"/>
                      </a:lnTo>
                      <a:lnTo>
                        <a:pt x="0" y="0"/>
                      </a:lnTo>
                      <a:lnTo>
                        <a:pt x="244" y="137"/>
                      </a:lnTo>
                    </a:path>
                  </a:pathLst>
                </a:custGeom>
                <a:solidFill>
                  <a:srgbClr val="BFBFD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2" name="Google Shape;882;p18"/>
                <p:cNvGrpSpPr/>
                <p:nvPr/>
              </p:nvGrpSpPr>
              <p:grpSpPr>
                <a:xfrm>
                  <a:off x="4170" y="1736"/>
                  <a:ext cx="197" cy="178"/>
                  <a:chOff x="4170" y="1736"/>
                  <a:chExt cx="197" cy="178"/>
                </a:xfrm>
              </p:grpSpPr>
              <p:sp>
                <p:nvSpPr>
                  <p:cNvPr id="883" name="Google Shape;883;p18"/>
                  <p:cNvSpPr/>
                  <p:nvPr/>
                </p:nvSpPr>
                <p:spPr>
                  <a:xfrm>
                    <a:off x="4337" y="1829"/>
                    <a:ext cx="30" cy="85"/>
                  </a:xfrm>
                  <a:custGeom>
                    <a:rect b="b" l="l" r="r" t="t"/>
                    <a:pathLst>
                      <a:path extrusionOk="0" h="85" w="30">
                        <a:moveTo>
                          <a:pt x="29" y="16"/>
                        </a:moveTo>
                        <a:lnTo>
                          <a:pt x="0" y="0"/>
                        </a:lnTo>
                        <a:lnTo>
                          <a:pt x="0" y="66"/>
                        </a:lnTo>
                        <a:lnTo>
                          <a:pt x="29" y="84"/>
                        </a:lnTo>
                        <a:lnTo>
                          <a:pt x="29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4" name="Google Shape;884;p18"/>
                  <p:cNvSpPr/>
                  <p:nvPr/>
                </p:nvSpPr>
                <p:spPr>
                  <a:xfrm>
                    <a:off x="4280" y="1797"/>
                    <a:ext cx="29" cy="80"/>
                  </a:xfrm>
                  <a:custGeom>
                    <a:rect b="b" l="l" r="r" t="t"/>
                    <a:pathLst>
                      <a:path extrusionOk="0" h="80" w="29">
                        <a:moveTo>
                          <a:pt x="28" y="16"/>
                        </a:moveTo>
                        <a:lnTo>
                          <a:pt x="0" y="0"/>
                        </a:lnTo>
                        <a:lnTo>
                          <a:pt x="0" y="61"/>
                        </a:lnTo>
                        <a:lnTo>
                          <a:pt x="28" y="79"/>
                        </a:lnTo>
                        <a:lnTo>
                          <a:pt x="28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5" name="Google Shape;885;p18"/>
                  <p:cNvSpPr/>
                  <p:nvPr/>
                </p:nvSpPr>
                <p:spPr>
                  <a:xfrm>
                    <a:off x="4224" y="1767"/>
                    <a:ext cx="30" cy="76"/>
                  </a:xfrm>
                  <a:custGeom>
                    <a:rect b="b" l="l" r="r" t="t"/>
                    <a:pathLst>
                      <a:path extrusionOk="0" h="76" w="30">
                        <a:moveTo>
                          <a:pt x="29" y="16"/>
                        </a:moveTo>
                        <a:lnTo>
                          <a:pt x="0" y="0"/>
                        </a:lnTo>
                        <a:lnTo>
                          <a:pt x="0" y="56"/>
                        </a:lnTo>
                        <a:lnTo>
                          <a:pt x="29" y="75"/>
                        </a:lnTo>
                        <a:lnTo>
                          <a:pt x="29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6" name="Google Shape;886;p18"/>
                  <p:cNvSpPr/>
                  <p:nvPr/>
                </p:nvSpPr>
                <p:spPr>
                  <a:xfrm>
                    <a:off x="4170" y="1736"/>
                    <a:ext cx="30" cy="71"/>
                  </a:xfrm>
                  <a:custGeom>
                    <a:rect b="b" l="l" r="r" t="t"/>
                    <a:pathLst>
                      <a:path extrusionOk="0" h="71" w="30">
                        <a:moveTo>
                          <a:pt x="29" y="16"/>
                        </a:moveTo>
                        <a:lnTo>
                          <a:pt x="0" y="0"/>
                        </a:lnTo>
                        <a:lnTo>
                          <a:pt x="0" y="52"/>
                        </a:lnTo>
                        <a:lnTo>
                          <a:pt x="29" y="70"/>
                        </a:lnTo>
                        <a:lnTo>
                          <a:pt x="29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87" name="Google Shape;887;p18"/>
                <p:cNvSpPr/>
                <p:nvPr/>
              </p:nvSpPr>
              <p:spPr>
                <a:xfrm>
                  <a:off x="4389" y="1772"/>
                  <a:ext cx="226" cy="157"/>
                </a:xfrm>
                <a:custGeom>
                  <a:rect b="b" l="l" r="r" t="t"/>
                  <a:pathLst>
                    <a:path extrusionOk="0" h="157" w="226">
                      <a:moveTo>
                        <a:pt x="225" y="0"/>
                      </a:moveTo>
                      <a:lnTo>
                        <a:pt x="0" y="87"/>
                      </a:lnTo>
                      <a:lnTo>
                        <a:pt x="0" y="156"/>
                      </a:lnTo>
                      <a:lnTo>
                        <a:pt x="225" y="62"/>
                      </a:lnTo>
                      <a:lnTo>
                        <a:pt x="225" y="0"/>
                      </a:lnTo>
                    </a:path>
                  </a:pathLst>
                </a:custGeom>
                <a:solidFill>
                  <a:srgbClr val="DFDFF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8" name="Google Shape;888;p18"/>
                <p:cNvGrpSpPr/>
                <p:nvPr/>
              </p:nvGrpSpPr>
              <p:grpSpPr>
                <a:xfrm>
                  <a:off x="4145" y="1644"/>
                  <a:ext cx="470" cy="217"/>
                  <a:chOff x="4145" y="1644"/>
                  <a:chExt cx="470" cy="217"/>
                </a:xfrm>
              </p:grpSpPr>
              <p:sp>
                <p:nvSpPr>
                  <p:cNvPr id="889" name="Google Shape;889;p18"/>
                  <p:cNvSpPr/>
                  <p:nvPr/>
                </p:nvSpPr>
                <p:spPr>
                  <a:xfrm>
                    <a:off x="4145" y="1644"/>
                    <a:ext cx="470" cy="217"/>
                  </a:xfrm>
                  <a:custGeom>
                    <a:rect b="b" l="l" r="r" t="t"/>
                    <a:pathLst>
                      <a:path extrusionOk="0" h="217" w="470">
                        <a:moveTo>
                          <a:pt x="469" y="129"/>
                        </a:moveTo>
                        <a:lnTo>
                          <a:pt x="209" y="0"/>
                        </a:lnTo>
                        <a:lnTo>
                          <a:pt x="0" y="78"/>
                        </a:lnTo>
                        <a:lnTo>
                          <a:pt x="245" y="216"/>
                        </a:lnTo>
                        <a:lnTo>
                          <a:pt x="469" y="129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90" name="Google Shape;890;p18"/>
                  <p:cNvGrpSpPr/>
                  <p:nvPr/>
                </p:nvGrpSpPr>
                <p:grpSpPr>
                  <a:xfrm>
                    <a:off x="4170" y="1658"/>
                    <a:ext cx="416" cy="188"/>
                    <a:chOff x="4170" y="1658"/>
                    <a:chExt cx="416" cy="188"/>
                  </a:xfrm>
                </p:grpSpPr>
                <p:sp>
                  <p:nvSpPr>
                    <p:cNvPr id="891" name="Google Shape;891;p18"/>
                    <p:cNvSpPr/>
                    <p:nvPr/>
                  </p:nvSpPr>
                  <p:spPr>
                    <a:xfrm>
                      <a:off x="4337" y="1744"/>
                      <a:ext cx="249" cy="102"/>
                    </a:xfrm>
                    <a:custGeom>
                      <a:rect b="b" l="l" r="r" t="t"/>
                      <a:pathLst>
                        <a:path extrusionOk="0" h="102" w="249">
                          <a:moveTo>
                            <a:pt x="248" y="14"/>
                          </a:moveTo>
                          <a:lnTo>
                            <a:pt x="220" y="0"/>
                          </a:lnTo>
                          <a:lnTo>
                            <a:pt x="0" y="85"/>
                          </a:lnTo>
                          <a:lnTo>
                            <a:pt x="28" y="101"/>
                          </a:lnTo>
                          <a:lnTo>
                            <a:pt x="248" y="14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2" name="Google Shape;892;p18"/>
                    <p:cNvSpPr/>
                    <p:nvPr/>
                  </p:nvSpPr>
                  <p:spPr>
                    <a:xfrm>
                      <a:off x="4280" y="1715"/>
                      <a:ext cx="247" cy="99"/>
                    </a:xfrm>
                    <a:custGeom>
                      <a:rect b="b" l="l" r="r" t="t"/>
                      <a:pathLst>
                        <a:path extrusionOk="0" h="99" w="247">
                          <a:moveTo>
                            <a:pt x="246" y="14"/>
                          </a:moveTo>
                          <a:lnTo>
                            <a:pt x="218" y="0"/>
                          </a:lnTo>
                          <a:lnTo>
                            <a:pt x="0" y="82"/>
                          </a:lnTo>
                          <a:lnTo>
                            <a:pt x="28" y="98"/>
                          </a:lnTo>
                          <a:lnTo>
                            <a:pt x="246" y="14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3" name="Google Shape;893;p18"/>
                    <p:cNvSpPr/>
                    <p:nvPr/>
                  </p:nvSpPr>
                  <p:spPr>
                    <a:xfrm>
                      <a:off x="4224" y="1686"/>
                      <a:ext cx="243" cy="97"/>
                    </a:xfrm>
                    <a:custGeom>
                      <a:rect b="b" l="l" r="r" t="t"/>
                      <a:pathLst>
                        <a:path extrusionOk="0" h="97" w="243">
                          <a:moveTo>
                            <a:pt x="242" y="14"/>
                          </a:moveTo>
                          <a:lnTo>
                            <a:pt x="215" y="0"/>
                          </a:lnTo>
                          <a:lnTo>
                            <a:pt x="0" y="80"/>
                          </a:lnTo>
                          <a:lnTo>
                            <a:pt x="28" y="96"/>
                          </a:lnTo>
                          <a:lnTo>
                            <a:pt x="242" y="14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4" name="Google Shape;894;p18"/>
                    <p:cNvSpPr/>
                    <p:nvPr/>
                  </p:nvSpPr>
                  <p:spPr>
                    <a:xfrm>
                      <a:off x="4170" y="1658"/>
                      <a:ext cx="239" cy="95"/>
                    </a:xfrm>
                    <a:custGeom>
                      <a:rect b="b" l="l" r="r" t="t"/>
                      <a:pathLst>
                        <a:path extrusionOk="0" h="95" w="239">
                          <a:moveTo>
                            <a:pt x="238" y="13"/>
                          </a:moveTo>
                          <a:lnTo>
                            <a:pt x="211" y="0"/>
                          </a:lnTo>
                          <a:lnTo>
                            <a:pt x="0" y="78"/>
                          </a:lnTo>
                          <a:lnTo>
                            <a:pt x="28" y="94"/>
                          </a:lnTo>
                          <a:lnTo>
                            <a:pt x="238" y="13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95" name="Google Shape;895;p18"/>
                <p:cNvGrpSpPr/>
                <p:nvPr/>
              </p:nvGrpSpPr>
              <p:grpSpPr>
                <a:xfrm>
                  <a:off x="4385" y="1785"/>
                  <a:ext cx="233" cy="132"/>
                  <a:chOff x="4385" y="1785"/>
                  <a:chExt cx="233" cy="132"/>
                </a:xfrm>
              </p:grpSpPr>
              <p:cxnSp>
                <p:nvCxnSpPr>
                  <p:cNvPr id="896" name="Google Shape;896;p18"/>
                  <p:cNvCxnSpPr/>
                  <p:nvPr/>
                </p:nvCxnSpPr>
                <p:spPr>
                  <a:xfrm flipH="1">
                    <a:off x="4385" y="1785"/>
                    <a:ext cx="233" cy="79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7" name="Google Shape;897;p18"/>
                  <p:cNvCxnSpPr/>
                  <p:nvPr/>
                </p:nvCxnSpPr>
                <p:spPr>
                  <a:xfrm flipH="1">
                    <a:off x="4385" y="1831"/>
                    <a:ext cx="233" cy="86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8" name="Google Shape;898;p18"/>
                  <p:cNvCxnSpPr/>
                  <p:nvPr/>
                </p:nvCxnSpPr>
                <p:spPr>
                  <a:xfrm flipH="1">
                    <a:off x="4385" y="1820"/>
                    <a:ext cx="233" cy="8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9" name="Google Shape;899;p18"/>
                  <p:cNvCxnSpPr/>
                  <p:nvPr/>
                </p:nvCxnSpPr>
                <p:spPr>
                  <a:xfrm flipH="1">
                    <a:off x="4385" y="1799"/>
                    <a:ext cx="233" cy="8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0" name="Google Shape;900;p18"/>
                  <p:cNvCxnSpPr/>
                  <p:nvPr/>
                </p:nvCxnSpPr>
                <p:spPr>
                  <a:xfrm flipH="1">
                    <a:off x="4385" y="1808"/>
                    <a:ext cx="233" cy="81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01" name="Google Shape;901;p18"/>
                <p:cNvGrpSpPr/>
                <p:nvPr/>
              </p:nvGrpSpPr>
              <p:grpSpPr>
                <a:xfrm>
                  <a:off x="4141" y="1725"/>
                  <a:ext cx="252" cy="200"/>
                  <a:chOff x="4141" y="1725"/>
                  <a:chExt cx="252" cy="200"/>
                </a:xfrm>
              </p:grpSpPr>
              <p:cxnSp>
                <p:nvCxnSpPr>
                  <p:cNvPr id="902" name="Google Shape;902;p18"/>
                  <p:cNvCxnSpPr/>
                  <p:nvPr/>
                </p:nvCxnSpPr>
                <p:spPr>
                  <a:xfrm rot="10800000">
                    <a:off x="4141" y="1750"/>
                    <a:ext cx="252" cy="16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3" name="Google Shape;903;p18"/>
                  <p:cNvCxnSpPr/>
                  <p:nvPr/>
                </p:nvCxnSpPr>
                <p:spPr>
                  <a:xfrm rot="10800000">
                    <a:off x="4141" y="1734"/>
                    <a:ext cx="252" cy="15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4" name="Google Shape;904;p18"/>
                  <p:cNvCxnSpPr/>
                  <p:nvPr/>
                </p:nvCxnSpPr>
                <p:spPr>
                  <a:xfrm rot="10800000">
                    <a:off x="4141" y="1725"/>
                    <a:ext cx="252" cy="147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5" name="Google Shape;905;p18"/>
                  <p:cNvCxnSpPr/>
                  <p:nvPr/>
                </p:nvCxnSpPr>
                <p:spPr>
                  <a:xfrm rot="10800000">
                    <a:off x="4141" y="1761"/>
                    <a:ext cx="252" cy="16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6" name="Google Shape;906;p18"/>
                  <p:cNvCxnSpPr/>
                  <p:nvPr/>
                </p:nvCxnSpPr>
                <p:spPr>
                  <a:xfrm rot="10800000">
                    <a:off x="4141" y="1743"/>
                    <a:ext cx="252" cy="15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07" name="Google Shape;907;p18"/>
                <p:cNvGrpSpPr/>
                <p:nvPr/>
              </p:nvGrpSpPr>
              <p:grpSpPr>
                <a:xfrm>
                  <a:off x="4352" y="1652"/>
                  <a:ext cx="237" cy="120"/>
                  <a:chOff x="4352" y="1652"/>
                  <a:chExt cx="237" cy="120"/>
                </a:xfrm>
              </p:grpSpPr>
              <p:sp>
                <p:nvSpPr>
                  <p:cNvPr id="908" name="Google Shape;908;p18"/>
                  <p:cNvSpPr/>
                  <p:nvPr/>
                </p:nvSpPr>
                <p:spPr>
                  <a:xfrm>
                    <a:off x="4580" y="1766"/>
                    <a:ext cx="9" cy="6"/>
                  </a:xfrm>
                  <a:custGeom>
                    <a:rect b="b" l="l" r="r" t="t"/>
                    <a:pathLst>
                      <a:path extrusionOk="0" h="6" w="9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1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7" y="4"/>
                        </a:lnTo>
                        <a:lnTo>
                          <a:pt x="6" y="4"/>
                        </a:lnTo>
                        <a:lnTo>
                          <a:pt x="6" y="5"/>
                        </a:lnTo>
                        <a:lnTo>
                          <a:pt x="5" y="5"/>
                        </a:lnTo>
                        <a:lnTo>
                          <a:pt x="4" y="5"/>
                        </a:lnTo>
                        <a:lnTo>
                          <a:pt x="3" y="5"/>
                        </a:lnTo>
                        <a:lnTo>
                          <a:pt x="2" y="5"/>
                        </a:lnTo>
                        <a:lnTo>
                          <a:pt x="1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" name="Google Shape;909;p18"/>
                  <p:cNvSpPr/>
                  <p:nvPr/>
                </p:nvSpPr>
                <p:spPr>
                  <a:xfrm>
                    <a:off x="4553" y="1752"/>
                    <a:ext cx="8" cy="7"/>
                  </a:xfrm>
                  <a:custGeom>
                    <a:rect b="b" l="l" r="r" t="t"/>
                    <a:pathLst>
                      <a:path extrusionOk="0" h="7" w="8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1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6" y="5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18"/>
                  <p:cNvSpPr/>
                  <p:nvPr/>
                </p:nvSpPr>
                <p:spPr>
                  <a:xfrm>
                    <a:off x="4525" y="1738"/>
                    <a:ext cx="10" cy="6"/>
                  </a:xfrm>
                  <a:custGeom>
                    <a:rect b="b" l="l" r="r" t="t"/>
                    <a:pathLst>
                      <a:path extrusionOk="0" h="6" w="10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5" y="5"/>
                        </a:lnTo>
                        <a:lnTo>
                          <a:pt x="4" y="5"/>
                        </a:lnTo>
                        <a:lnTo>
                          <a:pt x="3" y="5"/>
                        </a:lnTo>
                        <a:lnTo>
                          <a:pt x="2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1" name="Google Shape;911;p18"/>
                  <p:cNvSpPr/>
                  <p:nvPr/>
                </p:nvSpPr>
                <p:spPr>
                  <a:xfrm>
                    <a:off x="4495" y="1722"/>
                    <a:ext cx="10" cy="7"/>
                  </a:xfrm>
                  <a:custGeom>
                    <a:rect b="b" l="l" r="r" t="t"/>
                    <a:pathLst>
                      <a:path extrusionOk="0" h="7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2" name="Google Shape;912;p18"/>
                  <p:cNvSpPr/>
                  <p:nvPr/>
                </p:nvSpPr>
                <p:spPr>
                  <a:xfrm>
                    <a:off x="4464" y="1708"/>
                    <a:ext cx="10" cy="7"/>
                  </a:xfrm>
                  <a:custGeom>
                    <a:rect b="b" l="l" r="r" t="t"/>
                    <a:pathLst>
                      <a:path extrusionOk="0" h="7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3" name="Google Shape;913;p18"/>
                  <p:cNvSpPr/>
                  <p:nvPr/>
                </p:nvSpPr>
                <p:spPr>
                  <a:xfrm>
                    <a:off x="4436" y="1693"/>
                    <a:ext cx="10" cy="8"/>
                  </a:xfrm>
                  <a:custGeom>
                    <a:rect b="b" l="l" r="r" t="t"/>
                    <a:pathLst>
                      <a:path extrusionOk="0" h="8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8" y="2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9" y="5"/>
                        </a:lnTo>
                        <a:lnTo>
                          <a:pt x="8" y="5"/>
                        </a:lnTo>
                        <a:lnTo>
                          <a:pt x="8" y="6"/>
                        </a:lnTo>
                        <a:lnTo>
                          <a:pt x="7" y="6"/>
                        </a:lnTo>
                        <a:lnTo>
                          <a:pt x="7" y="7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4" name="Google Shape;914;p18"/>
                  <p:cNvSpPr/>
                  <p:nvPr/>
                </p:nvSpPr>
                <p:spPr>
                  <a:xfrm>
                    <a:off x="4405" y="1678"/>
                    <a:ext cx="10" cy="8"/>
                  </a:xfrm>
                  <a:custGeom>
                    <a:rect b="b" l="l" r="r" t="t"/>
                    <a:pathLst>
                      <a:path extrusionOk="0" h="8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8" y="2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9" y="5"/>
                        </a:lnTo>
                        <a:lnTo>
                          <a:pt x="8" y="5"/>
                        </a:lnTo>
                        <a:lnTo>
                          <a:pt x="8" y="6"/>
                        </a:lnTo>
                        <a:lnTo>
                          <a:pt x="7" y="6"/>
                        </a:lnTo>
                        <a:lnTo>
                          <a:pt x="7" y="7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5" name="Google Shape;915;p18"/>
                  <p:cNvSpPr/>
                  <p:nvPr/>
                </p:nvSpPr>
                <p:spPr>
                  <a:xfrm>
                    <a:off x="4379" y="1665"/>
                    <a:ext cx="9" cy="7"/>
                  </a:xfrm>
                  <a:custGeom>
                    <a:rect b="b" l="l" r="r" t="t"/>
                    <a:pathLst>
                      <a:path extrusionOk="0" h="7" w="9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2" y="5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6" name="Google Shape;916;p18"/>
                  <p:cNvSpPr/>
                  <p:nvPr/>
                </p:nvSpPr>
                <p:spPr>
                  <a:xfrm>
                    <a:off x="4352" y="1652"/>
                    <a:ext cx="8" cy="7"/>
                  </a:xfrm>
                  <a:custGeom>
                    <a:rect b="b" l="l" r="r" t="t"/>
                    <a:pathLst>
                      <a:path extrusionOk="0" h="7" w="8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7" name="Google Shape;917;p18"/>
                <p:cNvGrpSpPr/>
                <p:nvPr/>
              </p:nvGrpSpPr>
              <p:grpSpPr>
                <a:xfrm>
                  <a:off x="4170" y="1720"/>
                  <a:ext cx="225" cy="130"/>
                  <a:chOff x="4170" y="1720"/>
                  <a:chExt cx="225" cy="130"/>
                </a:xfrm>
              </p:grpSpPr>
              <p:sp>
                <p:nvSpPr>
                  <p:cNvPr id="918" name="Google Shape;918;p18"/>
                  <p:cNvSpPr/>
                  <p:nvPr/>
                </p:nvSpPr>
                <p:spPr>
                  <a:xfrm>
                    <a:off x="4386" y="1842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9" name="Google Shape;919;p18"/>
                  <p:cNvSpPr/>
                  <p:nvPr/>
                </p:nvSpPr>
                <p:spPr>
                  <a:xfrm>
                    <a:off x="4362" y="1826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18"/>
                  <p:cNvSpPr/>
                  <p:nvPr/>
                </p:nvSpPr>
                <p:spPr>
                  <a:xfrm>
                    <a:off x="4336" y="1812"/>
                    <a:ext cx="8" cy="7"/>
                  </a:xfrm>
                  <a:custGeom>
                    <a:rect b="b" l="l" r="r" t="t"/>
                    <a:pathLst>
                      <a:path extrusionOk="0" h="7" w="8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1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6" y="5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2" y="5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1" name="Google Shape;921;p18"/>
                  <p:cNvSpPr/>
                  <p:nvPr/>
                </p:nvSpPr>
                <p:spPr>
                  <a:xfrm>
                    <a:off x="4307" y="1795"/>
                    <a:ext cx="8" cy="8"/>
                  </a:xfrm>
                  <a:custGeom>
                    <a:rect b="b" l="l" r="r" t="t"/>
                    <a:pathLst>
                      <a:path extrusionOk="0" h="8" w="8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6" y="2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7" y="5"/>
                        </a:lnTo>
                        <a:lnTo>
                          <a:pt x="6" y="6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2" name="Google Shape;922;p18"/>
                  <p:cNvSpPr/>
                  <p:nvPr/>
                </p:nvSpPr>
                <p:spPr>
                  <a:xfrm>
                    <a:off x="4278" y="1780"/>
                    <a:ext cx="8" cy="8"/>
                  </a:xfrm>
                  <a:custGeom>
                    <a:rect b="b" l="l" r="r" t="t"/>
                    <a:pathLst>
                      <a:path extrusionOk="0" h="8" w="8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6" y="2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18"/>
                  <p:cNvSpPr/>
                  <p:nvPr/>
                </p:nvSpPr>
                <p:spPr>
                  <a:xfrm>
                    <a:off x="4250" y="1766"/>
                    <a:ext cx="9" cy="7"/>
                  </a:xfrm>
                  <a:custGeom>
                    <a:rect b="b" l="l" r="r" t="t"/>
                    <a:pathLst>
                      <a:path extrusionOk="0" h="7" w="9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1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2" y="5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4" name="Google Shape;924;p18"/>
                  <p:cNvSpPr/>
                  <p:nvPr/>
                </p:nvSpPr>
                <p:spPr>
                  <a:xfrm>
                    <a:off x="4221" y="1749"/>
                    <a:ext cx="8" cy="8"/>
                  </a:xfrm>
                  <a:custGeom>
                    <a:rect b="b" l="l" r="r" t="t"/>
                    <a:pathLst>
                      <a:path extrusionOk="0" h="8" w="8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6" y="2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5" name="Google Shape;925;p18"/>
                  <p:cNvSpPr/>
                  <p:nvPr/>
                </p:nvSpPr>
                <p:spPr>
                  <a:xfrm>
                    <a:off x="4196" y="1734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6" name="Google Shape;926;p18"/>
                  <p:cNvSpPr/>
                  <p:nvPr/>
                </p:nvSpPr>
                <p:spPr>
                  <a:xfrm>
                    <a:off x="4170" y="1720"/>
                    <a:ext cx="8" cy="8"/>
                  </a:xfrm>
                  <a:custGeom>
                    <a:rect b="b" l="l" r="r" t="t"/>
                    <a:pathLst>
                      <a:path extrusionOk="0" h="8" w="8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6" y="2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1" y="6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27" name="Google Shape;927;p18"/>
              <p:cNvGrpSpPr/>
              <p:nvPr/>
            </p:nvGrpSpPr>
            <p:grpSpPr>
              <a:xfrm>
                <a:off x="4147" y="1571"/>
                <a:ext cx="477" cy="286"/>
                <a:chOff x="4147" y="1571"/>
                <a:chExt cx="477" cy="286"/>
              </a:xfrm>
            </p:grpSpPr>
            <p:sp>
              <p:nvSpPr>
                <p:cNvPr id="928" name="Google Shape;928;p18"/>
                <p:cNvSpPr/>
                <p:nvPr/>
              </p:nvSpPr>
              <p:spPr>
                <a:xfrm>
                  <a:off x="4151" y="1650"/>
                  <a:ext cx="245" cy="207"/>
                </a:xfrm>
                <a:custGeom>
                  <a:rect b="b" l="l" r="r" t="t"/>
                  <a:pathLst>
                    <a:path extrusionOk="0" h="207" w="245">
                      <a:moveTo>
                        <a:pt x="244" y="137"/>
                      </a:moveTo>
                      <a:lnTo>
                        <a:pt x="244" y="206"/>
                      </a:lnTo>
                      <a:lnTo>
                        <a:pt x="0" y="50"/>
                      </a:lnTo>
                      <a:lnTo>
                        <a:pt x="0" y="0"/>
                      </a:lnTo>
                      <a:lnTo>
                        <a:pt x="244" y="137"/>
                      </a:lnTo>
                    </a:path>
                  </a:pathLst>
                </a:custGeom>
                <a:solidFill>
                  <a:srgbClr val="BFBFD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29" name="Google Shape;929;p18"/>
                <p:cNvGrpSpPr/>
                <p:nvPr/>
              </p:nvGrpSpPr>
              <p:grpSpPr>
                <a:xfrm>
                  <a:off x="4176" y="1664"/>
                  <a:ext cx="197" cy="178"/>
                  <a:chOff x="4176" y="1664"/>
                  <a:chExt cx="197" cy="178"/>
                </a:xfrm>
              </p:grpSpPr>
              <p:sp>
                <p:nvSpPr>
                  <p:cNvPr id="930" name="Google Shape;930;p18"/>
                  <p:cNvSpPr/>
                  <p:nvPr/>
                </p:nvSpPr>
                <p:spPr>
                  <a:xfrm>
                    <a:off x="4343" y="1757"/>
                    <a:ext cx="30" cy="85"/>
                  </a:xfrm>
                  <a:custGeom>
                    <a:rect b="b" l="l" r="r" t="t"/>
                    <a:pathLst>
                      <a:path extrusionOk="0" h="85" w="30">
                        <a:moveTo>
                          <a:pt x="29" y="16"/>
                        </a:moveTo>
                        <a:lnTo>
                          <a:pt x="0" y="0"/>
                        </a:lnTo>
                        <a:lnTo>
                          <a:pt x="0" y="66"/>
                        </a:lnTo>
                        <a:lnTo>
                          <a:pt x="29" y="84"/>
                        </a:lnTo>
                        <a:lnTo>
                          <a:pt x="29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1" name="Google Shape;931;p18"/>
                  <p:cNvSpPr/>
                  <p:nvPr/>
                </p:nvSpPr>
                <p:spPr>
                  <a:xfrm>
                    <a:off x="4286" y="1725"/>
                    <a:ext cx="29" cy="79"/>
                  </a:xfrm>
                  <a:custGeom>
                    <a:rect b="b" l="l" r="r" t="t"/>
                    <a:pathLst>
                      <a:path extrusionOk="0" h="79" w="29">
                        <a:moveTo>
                          <a:pt x="28" y="16"/>
                        </a:moveTo>
                        <a:lnTo>
                          <a:pt x="0" y="0"/>
                        </a:lnTo>
                        <a:lnTo>
                          <a:pt x="0" y="60"/>
                        </a:lnTo>
                        <a:lnTo>
                          <a:pt x="28" y="78"/>
                        </a:lnTo>
                        <a:lnTo>
                          <a:pt x="28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2" name="Google Shape;932;p18"/>
                  <p:cNvSpPr/>
                  <p:nvPr/>
                </p:nvSpPr>
                <p:spPr>
                  <a:xfrm>
                    <a:off x="4231" y="1694"/>
                    <a:ext cx="30" cy="75"/>
                  </a:xfrm>
                  <a:custGeom>
                    <a:rect b="b" l="l" r="r" t="t"/>
                    <a:pathLst>
                      <a:path extrusionOk="0" h="75" w="30">
                        <a:moveTo>
                          <a:pt x="29" y="16"/>
                        </a:moveTo>
                        <a:lnTo>
                          <a:pt x="0" y="0"/>
                        </a:lnTo>
                        <a:lnTo>
                          <a:pt x="0" y="56"/>
                        </a:lnTo>
                        <a:lnTo>
                          <a:pt x="29" y="74"/>
                        </a:lnTo>
                        <a:lnTo>
                          <a:pt x="29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3" name="Google Shape;933;p18"/>
                  <p:cNvSpPr/>
                  <p:nvPr/>
                </p:nvSpPr>
                <p:spPr>
                  <a:xfrm>
                    <a:off x="4176" y="1664"/>
                    <a:ext cx="30" cy="71"/>
                  </a:xfrm>
                  <a:custGeom>
                    <a:rect b="b" l="l" r="r" t="t"/>
                    <a:pathLst>
                      <a:path extrusionOk="0" h="71" w="30">
                        <a:moveTo>
                          <a:pt x="29" y="16"/>
                        </a:moveTo>
                        <a:lnTo>
                          <a:pt x="0" y="0"/>
                        </a:lnTo>
                        <a:lnTo>
                          <a:pt x="0" y="52"/>
                        </a:lnTo>
                        <a:lnTo>
                          <a:pt x="29" y="70"/>
                        </a:lnTo>
                        <a:lnTo>
                          <a:pt x="29" y="16"/>
                        </a:lnTo>
                      </a:path>
                    </a:pathLst>
                  </a:custGeom>
                  <a:solidFill>
                    <a:srgbClr val="9FFF9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34" name="Google Shape;934;p18"/>
                <p:cNvSpPr/>
                <p:nvPr/>
              </p:nvSpPr>
              <p:spPr>
                <a:xfrm>
                  <a:off x="4395" y="1700"/>
                  <a:ext cx="226" cy="157"/>
                </a:xfrm>
                <a:custGeom>
                  <a:rect b="b" l="l" r="r" t="t"/>
                  <a:pathLst>
                    <a:path extrusionOk="0" h="157" w="226">
                      <a:moveTo>
                        <a:pt x="225" y="0"/>
                      </a:moveTo>
                      <a:lnTo>
                        <a:pt x="0" y="87"/>
                      </a:lnTo>
                      <a:lnTo>
                        <a:pt x="0" y="156"/>
                      </a:lnTo>
                      <a:lnTo>
                        <a:pt x="225" y="62"/>
                      </a:lnTo>
                      <a:lnTo>
                        <a:pt x="225" y="0"/>
                      </a:lnTo>
                    </a:path>
                  </a:pathLst>
                </a:custGeom>
                <a:solidFill>
                  <a:srgbClr val="DFDFF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5" name="Google Shape;935;p18"/>
                <p:cNvGrpSpPr/>
                <p:nvPr/>
              </p:nvGrpSpPr>
              <p:grpSpPr>
                <a:xfrm>
                  <a:off x="4151" y="1571"/>
                  <a:ext cx="470" cy="217"/>
                  <a:chOff x="4151" y="1571"/>
                  <a:chExt cx="470" cy="217"/>
                </a:xfrm>
              </p:grpSpPr>
              <p:sp>
                <p:nvSpPr>
                  <p:cNvPr id="936" name="Google Shape;936;p18"/>
                  <p:cNvSpPr/>
                  <p:nvPr/>
                </p:nvSpPr>
                <p:spPr>
                  <a:xfrm>
                    <a:off x="4151" y="1571"/>
                    <a:ext cx="470" cy="217"/>
                  </a:xfrm>
                  <a:custGeom>
                    <a:rect b="b" l="l" r="r" t="t"/>
                    <a:pathLst>
                      <a:path extrusionOk="0" h="217" w="470">
                        <a:moveTo>
                          <a:pt x="469" y="129"/>
                        </a:moveTo>
                        <a:lnTo>
                          <a:pt x="209" y="0"/>
                        </a:lnTo>
                        <a:lnTo>
                          <a:pt x="0" y="78"/>
                        </a:lnTo>
                        <a:lnTo>
                          <a:pt x="245" y="216"/>
                        </a:lnTo>
                        <a:lnTo>
                          <a:pt x="469" y="129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37" name="Google Shape;937;p18"/>
                  <p:cNvGrpSpPr/>
                  <p:nvPr/>
                </p:nvGrpSpPr>
                <p:grpSpPr>
                  <a:xfrm>
                    <a:off x="4176" y="1585"/>
                    <a:ext cx="416" cy="188"/>
                    <a:chOff x="4176" y="1585"/>
                    <a:chExt cx="416" cy="188"/>
                  </a:xfrm>
                </p:grpSpPr>
                <p:sp>
                  <p:nvSpPr>
                    <p:cNvPr id="938" name="Google Shape;938;p18"/>
                    <p:cNvSpPr/>
                    <p:nvPr/>
                  </p:nvSpPr>
                  <p:spPr>
                    <a:xfrm>
                      <a:off x="4343" y="1672"/>
                      <a:ext cx="249" cy="101"/>
                    </a:xfrm>
                    <a:custGeom>
                      <a:rect b="b" l="l" r="r" t="t"/>
                      <a:pathLst>
                        <a:path extrusionOk="0" h="101" w="249">
                          <a:moveTo>
                            <a:pt x="248" y="14"/>
                          </a:moveTo>
                          <a:lnTo>
                            <a:pt x="220" y="0"/>
                          </a:lnTo>
                          <a:lnTo>
                            <a:pt x="0" y="84"/>
                          </a:lnTo>
                          <a:lnTo>
                            <a:pt x="28" y="100"/>
                          </a:lnTo>
                          <a:lnTo>
                            <a:pt x="248" y="14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9" name="Google Shape;939;p18"/>
                    <p:cNvSpPr/>
                    <p:nvPr/>
                  </p:nvSpPr>
                  <p:spPr>
                    <a:xfrm>
                      <a:off x="4286" y="1643"/>
                      <a:ext cx="247" cy="99"/>
                    </a:xfrm>
                    <a:custGeom>
                      <a:rect b="b" l="l" r="r" t="t"/>
                      <a:pathLst>
                        <a:path extrusionOk="0" h="99" w="247">
                          <a:moveTo>
                            <a:pt x="246" y="14"/>
                          </a:moveTo>
                          <a:lnTo>
                            <a:pt x="218" y="0"/>
                          </a:lnTo>
                          <a:lnTo>
                            <a:pt x="0" y="82"/>
                          </a:lnTo>
                          <a:lnTo>
                            <a:pt x="28" y="98"/>
                          </a:lnTo>
                          <a:lnTo>
                            <a:pt x="246" y="14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40" name="Google Shape;940;p18"/>
                    <p:cNvSpPr/>
                    <p:nvPr/>
                  </p:nvSpPr>
                  <p:spPr>
                    <a:xfrm>
                      <a:off x="4231" y="1614"/>
                      <a:ext cx="243" cy="97"/>
                    </a:xfrm>
                    <a:custGeom>
                      <a:rect b="b" l="l" r="r" t="t"/>
                      <a:pathLst>
                        <a:path extrusionOk="0" h="97" w="243">
                          <a:moveTo>
                            <a:pt x="242" y="14"/>
                          </a:moveTo>
                          <a:lnTo>
                            <a:pt x="215" y="0"/>
                          </a:lnTo>
                          <a:lnTo>
                            <a:pt x="0" y="80"/>
                          </a:lnTo>
                          <a:lnTo>
                            <a:pt x="28" y="96"/>
                          </a:lnTo>
                          <a:lnTo>
                            <a:pt x="242" y="14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41" name="Google Shape;941;p18"/>
                    <p:cNvSpPr/>
                    <p:nvPr/>
                  </p:nvSpPr>
                  <p:spPr>
                    <a:xfrm>
                      <a:off x="4176" y="1585"/>
                      <a:ext cx="240" cy="96"/>
                    </a:xfrm>
                    <a:custGeom>
                      <a:rect b="b" l="l" r="r" t="t"/>
                      <a:pathLst>
                        <a:path extrusionOk="0" h="96" w="240">
                          <a:moveTo>
                            <a:pt x="239" y="13"/>
                          </a:moveTo>
                          <a:lnTo>
                            <a:pt x="212" y="0"/>
                          </a:lnTo>
                          <a:lnTo>
                            <a:pt x="0" y="79"/>
                          </a:lnTo>
                          <a:lnTo>
                            <a:pt x="28" y="95"/>
                          </a:lnTo>
                          <a:lnTo>
                            <a:pt x="239" y="13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42" name="Google Shape;942;p18"/>
                <p:cNvGrpSpPr/>
                <p:nvPr/>
              </p:nvGrpSpPr>
              <p:grpSpPr>
                <a:xfrm>
                  <a:off x="4391" y="1713"/>
                  <a:ext cx="233" cy="132"/>
                  <a:chOff x="4391" y="1713"/>
                  <a:chExt cx="233" cy="132"/>
                </a:xfrm>
              </p:grpSpPr>
              <p:cxnSp>
                <p:nvCxnSpPr>
                  <p:cNvPr id="943" name="Google Shape;943;p18"/>
                  <p:cNvCxnSpPr/>
                  <p:nvPr/>
                </p:nvCxnSpPr>
                <p:spPr>
                  <a:xfrm flipH="1">
                    <a:off x="4391" y="1713"/>
                    <a:ext cx="233" cy="78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44" name="Google Shape;944;p18"/>
                  <p:cNvCxnSpPr/>
                  <p:nvPr/>
                </p:nvCxnSpPr>
                <p:spPr>
                  <a:xfrm flipH="1">
                    <a:off x="4391" y="1759"/>
                    <a:ext cx="233" cy="86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45" name="Google Shape;945;p18"/>
                  <p:cNvCxnSpPr/>
                  <p:nvPr/>
                </p:nvCxnSpPr>
                <p:spPr>
                  <a:xfrm flipH="1">
                    <a:off x="4391" y="1747"/>
                    <a:ext cx="233" cy="8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46" name="Google Shape;946;p18"/>
                  <p:cNvCxnSpPr/>
                  <p:nvPr/>
                </p:nvCxnSpPr>
                <p:spPr>
                  <a:xfrm flipH="1">
                    <a:off x="4391" y="1727"/>
                    <a:ext cx="233" cy="81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47" name="Google Shape;947;p18"/>
                  <p:cNvCxnSpPr/>
                  <p:nvPr/>
                </p:nvCxnSpPr>
                <p:spPr>
                  <a:xfrm flipH="1">
                    <a:off x="4391" y="1736"/>
                    <a:ext cx="233" cy="8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48" name="Google Shape;948;p18"/>
                <p:cNvGrpSpPr/>
                <p:nvPr/>
              </p:nvGrpSpPr>
              <p:grpSpPr>
                <a:xfrm>
                  <a:off x="4147" y="1653"/>
                  <a:ext cx="252" cy="200"/>
                  <a:chOff x="4147" y="1653"/>
                  <a:chExt cx="252" cy="200"/>
                </a:xfrm>
              </p:grpSpPr>
              <p:cxnSp>
                <p:nvCxnSpPr>
                  <p:cNvPr id="949" name="Google Shape;949;p18"/>
                  <p:cNvCxnSpPr/>
                  <p:nvPr/>
                </p:nvCxnSpPr>
                <p:spPr>
                  <a:xfrm rot="10800000">
                    <a:off x="4147" y="1678"/>
                    <a:ext cx="252" cy="161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50" name="Google Shape;950;p18"/>
                  <p:cNvCxnSpPr/>
                  <p:nvPr/>
                </p:nvCxnSpPr>
                <p:spPr>
                  <a:xfrm rot="10800000">
                    <a:off x="4147" y="1662"/>
                    <a:ext cx="252" cy="15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51" name="Google Shape;951;p18"/>
                  <p:cNvCxnSpPr/>
                  <p:nvPr/>
                </p:nvCxnSpPr>
                <p:spPr>
                  <a:xfrm rot="10800000">
                    <a:off x="4147" y="1653"/>
                    <a:ext cx="252" cy="146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52" name="Google Shape;952;p18"/>
                  <p:cNvCxnSpPr/>
                  <p:nvPr/>
                </p:nvCxnSpPr>
                <p:spPr>
                  <a:xfrm rot="10800000">
                    <a:off x="4147" y="1689"/>
                    <a:ext cx="252" cy="164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53" name="Google Shape;953;p18"/>
                  <p:cNvCxnSpPr/>
                  <p:nvPr/>
                </p:nvCxnSpPr>
                <p:spPr>
                  <a:xfrm rot="10800000">
                    <a:off x="4147" y="1671"/>
                    <a:ext cx="252" cy="153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54" name="Google Shape;954;p18"/>
                <p:cNvGrpSpPr/>
                <p:nvPr/>
              </p:nvGrpSpPr>
              <p:grpSpPr>
                <a:xfrm>
                  <a:off x="4358" y="1579"/>
                  <a:ext cx="238" cy="121"/>
                  <a:chOff x="4358" y="1579"/>
                  <a:chExt cx="238" cy="121"/>
                </a:xfrm>
              </p:grpSpPr>
              <p:sp>
                <p:nvSpPr>
                  <p:cNvPr id="955" name="Google Shape;955;p18"/>
                  <p:cNvSpPr/>
                  <p:nvPr/>
                </p:nvSpPr>
                <p:spPr>
                  <a:xfrm>
                    <a:off x="4586" y="1693"/>
                    <a:ext cx="10" cy="7"/>
                  </a:xfrm>
                  <a:custGeom>
                    <a:rect b="b" l="l" r="r" t="t"/>
                    <a:pathLst>
                      <a:path extrusionOk="0" h="7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6" name="Google Shape;956;p18"/>
                  <p:cNvSpPr/>
                  <p:nvPr/>
                </p:nvSpPr>
                <p:spPr>
                  <a:xfrm>
                    <a:off x="4558" y="1680"/>
                    <a:ext cx="10" cy="7"/>
                  </a:xfrm>
                  <a:custGeom>
                    <a:rect b="b" l="l" r="r" t="t"/>
                    <a:pathLst>
                      <a:path extrusionOk="0" h="7" w="10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2" y="5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7" name="Google Shape;957;p18"/>
                  <p:cNvSpPr/>
                  <p:nvPr/>
                </p:nvSpPr>
                <p:spPr>
                  <a:xfrm>
                    <a:off x="4531" y="1666"/>
                    <a:ext cx="10" cy="6"/>
                  </a:xfrm>
                  <a:custGeom>
                    <a:rect b="b" l="l" r="r" t="t"/>
                    <a:pathLst>
                      <a:path extrusionOk="0" h="6" w="10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5" y="5"/>
                        </a:lnTo>
                        <a:lnTo>
                          <a:pt x="4" y="5"/>
                        </a:lnTo>
                        <a:lnTo>
                          <a:pt x="3" y="5"/>
                        </a:lnTo>
                        <a:lnTo>
                          <a:pt x="2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8" name="Google Shape;958;p18"/>
                  <p:cNvSpPr/>
                  <p:nvPr/>
                </p:nvSpPr>
                <p:spPr>
                  <a:xfrm>
                    <a:off x="4501" y="1650"/>
                    <a:ext cx="10" cy="7"/>
                  </a:xfrm>
                  <a:custGeom>
                    <a:rect b="b" l="l" r="r" t="t"/>
                    <a:pathLst>
                      <a:path extrusionOk="0" h="7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9" name="Google Shape;959;p18"/>
                  <p:cNvSpPr/>
                  <p:nvPr/>
                </p:nvSpPr>
                <p:spPr>
                  <a:xfrm>
                    <a:off x="4470" y="1636"/>
                    <a:ext cx="10" cy="7"/>
                  </a:xfrm>
                  <a:custGeom>
                    <a:rect b="b" l="l" r="r" t="t"/>
                    <a:pathLst>
                      <a:path extrusionOk="0" h="7" w="10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0" name="Google Shape;960;p18"/>
                  <p:cNvSpPr/>
                  <p:nvPr/>
                </p:nvSpPr>
                <p:spPr>
                  <a:xfrm>
                    <a:off x="4443" y="1621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1" name="Google Shape;961;p18"/>
                  <p:cNvSpPr/>
                  <p:nvPr/>
                </p:nvSpPr>
                <p:spPr>
                  <a:xfrm>
                    <a:off x="4412" y="1606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2" name="Google Shape;962;p18"/>
                  <p:cNvSpPr/>
                  <p:nvPr/>
                </p:nvSpPr>
                <p:spPr>
                  <a:xfrm>
                    <a:off x="4386" y="1592"/>
                    <a:ext cx="8" cy="7"/>
                  </a:xfrm>
                  <a:custGeom>
                    <a:rect b="b" l="l" r="r" t="t"/>
                    <a:pathLst>
                      <a:path extrusionOk="0" h="7" w="8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6" y="5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2" y="5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3" name="Google Shape;963;p18"/>
                  <p:cNvSpPr/>
                  <p:nvPr/>
                </p:nvSpPr>
                <p:spPr>
                  <a:xfrm>
                    <a:off x="4358" y="1579"/>
                    <a:ext cx="9" cy="7"/>
                  </a:xfrm>
                  <a:custGeom>
                    <a:rect b="b" l="l" r="r" t="t"/>
                    <a:pathLst>
                      <a:path extrusionOk="0" h="7" w="9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7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1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4" name="Google Shape;964;p18"/>
                <p:cNvGrpSpPr/>
                <p:nvPr/>
              </p:nvGrpSpPr>
              <p:grpSpPr>
                <a:xfrm>
                  <a:off x="4176" y="1648"/>
                  <a:ext cx="226" cy="129"/>
                  <a:chOff x="4176" y="1648"/>
                  <a:chExt cx="226" cy="129"/>
                </a:xfrm>
              </p:grpSpPr>
              <p:sp>
                <p:nvSpPr>
                  <p:cNvPr id="965" name="Google Shape;965;p18"/>
                  <p:cNvSpPr/>
                  <p:nvPr/>
                </p:nvSpPr>
                <p:spPr>
                  <a:xfrm>
                    <a:off x="4392" y="1769"/>
                    <a:ext cx="10" cy="8"/>
                  </a:xfrm>
                  <a:custGeom>
                    <a:rect b="b" l="l" r="r" t="t"/>
                    <a:pathLst>
                      <a:path extrusionOk="0" h="8" w="10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8" y="2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9" y="5"/>
                        </a:lnTo>
                        <a:lnTo>
                          <a:pt x="8" y="6"/>
                        </a:lnTo>
                        <a:lnTo>
                          <a:pt x="7" y="6"/>
                        </a:lnTo>
                        <a:lnTo>
                          <a:pt x="7" y="7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6" name="Google Shape;966;p18"/>
                  <p:cNvSpPr/>
                  <p:nvPr/>
                </p:nvSpPr>
                <p:spPr>
                  <a:xfrm>
                    <a:off x="4369" y="1754"/>
                    <a:ext cx="8" cy="8"/>
                  </a:xfrm>
                  <a:custGeom>
                    <a:rect b="b" l="l" r="r" t="t"/>
                    <a:pathLst>
                      <a:path extrusionOk="0" h="8" w="8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6" y="2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7" y="5"/>
                        </a:lnTo>
                        <a:lnTo>
                          <a:pt x="6" y="5"/>
                        </a:lnTo>
                        <a:lnTo>
                          <a:pt x="6" y="6"/>
                        </a:lnTo>
                        <a:lnTo>
                          <a:pt x="5" y="6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967;p18"/>
                  <p:cNvSpPr/>
                  <p:nvPr/>
                </p:nvSpPr>
                <p:spPr>
                  <a:xfrm>
                    <a:off x="4342" y="1740"/>
                    <a:ext cx="8" cy="7"/>
                  </a:xfrm>
                  <a:custGeom>
                    <a:rect b="b" l="l" r="r" t="t"/>
                    <a:pathLst>
                      <a:path extrusionOk="0" h="7" w="8">
                        <a:moveTo>
                          <a:pt x="0" y="3"/>
                        </a:move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1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6" y="5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2" y="5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968;p18"/>
                  <p:cNvSpPr/>
                  <p:nvPr/>
                </p:nvSpPr>
                <p:spPr>
                  <a:xfrm>
                    <a:off x="4313" y="1723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9" name="Google Shape;969;p18"/>
                  <p:cNvSpPr/>
                  <p:nvPr/>
                </p:nvSpPr>
                <p:spPr>
                  <a:xfrm>
                    <a:off x="4284" y="1708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970;p18"/>
                  <p:cNvSpPr/>
                  <p:nvPr/>
                </p:nvSpPr>
                <p:spPr>
                  <a:xfrm>
                    <a:off x="4256" y="1693"/>
                    <a:ext cx="10" cy="8"/>
                  </a:xfrm>
                  <a:custGeom>
                    <a:rect b="b" l="l" r="r" t="t"/>
                    <a:pathLst>
                      <a:path extrusionOk="0" h="8" w="10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7" y="0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8" y="2"/>
                        </a:lnTo>
                        <a:lnTo>
                          <a:pt x="9" y="2"/>
                        </a:lnTo>
                        <a:lnTo>
                          <a:pt x="9" y="3"/>
                        </a:lnTo>
                        <a:lnTo>
                          <a:pt x="9" y="4"/>
                        </a:lnTo>
                        <a:lnTo>
                          <a:pt x="9" y="5"/>
                        </a:lnTo>
                        <a:lnTo>
                          <a:pt x="8" y="5"/>
                        </a:lnTo>
                        <a:lnTo>
                          <a:pt x="8" y="6"/>
                        </a:lnTo>
                        <a:lnTo>
                          <a:pt x="7" y="6"/>
                        </a:lnTo>
                        <a:lnTo>
                          <a:pt x="7" y="7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1" name="Google Shape;971;p18"/>
                  <p:cNvSpPr/>
                  <p:nvPr/>
                </p:nvSpPr>
                <p:spPr>
                  <a:xfrm>
                    <a:off x="4227" y="1677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3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  <a:lnTo>
                          <a:pt x="0" y="3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2" name="Google Shape;972;p18"/>
                  <p:cNvSpPr/>
                  <p:nvPr/>
                </p:nvSpPr>
                <p:spPr>
                  <a:xfrm>
                    <a:off x="4203" y="1662"/>
                    <a:ext cx="8" cy="8"/>
                  </a:xfrm>
                  <a:custGeom>
                    <a:rect b="b" l="l" r="r" t="t"/>
                    <a:pathLst>
                      <a:path extrusionOk="0" h="8" w="8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5" y="1"/>
                        </a:lnTo>
                        <a:lnTo>
                          <a:pt x="6" y="1"/>
                        </a:lnTo>
                        <a:lnTo>
                          <a:pt x="6" y="2"/>
                        </a:lnTo>
                        <a:lnTo>
                          <a:pt x="7" y="2"/>
                        </a:lnTo>
                        <a:lnTo>
                          <a:pt x="7" y="3"/>
                        </a:lnTo>
                        <a:lnTo>
                          <a:pt x="7" y="4"/>
                        </a:lnTo>
                        <a:lnTo>
                          <a:pt x="7" y="5"/>
                        </a:lnTo>
                        <a:lnTo>
                          <a:pt x="6" y="6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3" name="Google Shape;973;p18"/>
                  <p:cNvSpPr/>
                  <p:nvPr/>
                </p:nvSpPr>
                <p:spPr>
                  <a:xfrm>
                    <a:off x="4176" y="1648"/>
                    <a:ext cx="9" cy="8"/>
                  </a:xfrm>
                  <a:custGeom>
                    <a:rect b="b" l="l" r="r" t="t"/>
                    <a:pathLst>
                      <a:path extrusionOk="0" h="8" w="9">
                        <a:moveTo>
                          <a:pt x="0" y="4"/>
                        </a:moveTo>
                        <a:lnTo>
                          <a:pt x="0" y="3"/>
                        </a:lnTo>
                        <a:lnTo>
                          <a:pt x="0" y="2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3" y="0"/>
                        </a:lnTo>
                        <a:lnTo>
                          <a:pt x="4" y="0"/>
                        </a:lnTo>
                        <a:lnTo>
                          <a:pt x="5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7" y="1"/>
                        </a:lnTo>
                        <a:lnTo>
                          <a:pt x="7" y="2"/>
                        </a:lnTo>
                        <a:lnTo>
                          <a:pt x="8" y="2"/>
                        </a:lnTo>
                        <a:lnTo>
                          <a:pt x="8" y="3"/>
                        </a:lnTo>
                        <a:lnTo>
                          <a:pt x="8" y="4"/>
                        </a:lnTo>
                        <a:lnTo>
                          <a:pt x="8" y="5"/>
                        </a:lnTo>
                        <a:lnTo>
                          <a:pt x="7" y="5"/>
                        </a:lnTo>
                        <a:lnTo>
                          <a:pt x="7" y="6"/>
                        </a:lnTo>
                        <a:lnTo>
                          <a:pt x="6" y="6"/>
                        </a:lnTo>
                        <a:lnTo>
                          <a:pt x="6" y="7"/>
                        </a:lnTo>
                        <a:lnTo>
                          <a:pt x="5" y="7"/>
                        </a:lnTo>
                        <a:lnTo>
                          <a:pt x="4" y="7"/>
                        </a:lnTo>
                        <a:lnTo>
                          <a:pt x="3" y="7"/>
                        </a:lnTo>
                        <a:lnTo>
                          <a:pt x="2" y="7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5"/>
                        </a:lnTo>
                        <a:lnTo>
                          <a:pt x="0" y="4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74" name="Google Shape;974;p18"/>
            <p:cNvGrpSpPr/>
            <p:nvPr/>
          </p:nvGrpSpPr>
          <p:grpSpPr>
            <a:xfrm>
              <a:off x="4660" y="1307"/>
              <a:ext cx="377" cy="228"/>
              <a:chOff x="4660" y="1307"/>
              <a:chExt cx="377" cy="228"/>
            </a:xfrm>
          </p:grpSpPr>
          <p:sp>
            <p:nvSpPr>
              <p:cNvPr id="975" name="Google Shape;975;p18"/>
              <p:cNvSpPr/>
              <p:nvPr/>
            </p:nvSpPr>
            <p:spPr>
              <a:xfrm>
                <a:off x="4840" y="1371"/>
                <a:ext cx="197" cy="164"/>
              </a:xfrm>
              <a:custGeom>
                <a:rect b="b" l="l" r="r" t="t"/>
                <a:pathLst>
                  <a:path extrusionOk="0" h="164" w="197">
                    <a:moveTo>
                      <a:pt x="0" y="109"/>
                    </a:moveTo>
                    <a:lnTo>
                      <a:pt x="0" y="163"/>
                    </a:lnTo>
                    <a:lnTo>
                      <a:pt x="196" y="40"/>
                    </a:lnTo>
                    <a:lnTo>
                      <a:pt x="196" y="0"/>
                    </a:lnTo>
                    <a:lnTo>
                      <a:pt x="0" y="109"/>
                    </a:lnTo>
                  </a:path>
                </a:pathLst>
              </a:custGeom>
              <a:solidFill>
                <a:srgbClr val="BFBFD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6" name="Google Shape;976;p18"/>
              <p:cNvGrpSpPr/>
              <p:nvPr/>
            </p:nvGrpSpPr>
            <p:grpSpPr>
              <a:xfrm>
                <a:off x="4859" y="1381"/>
                <a:ext cx="158" cy="141"/>
                <a:chOff x="4859" y="1381"/>
                <a:chExt cx="158" cy="141"/>
              </a:xfrm>
            </p:grpSpPr>
            <p:sp>
              <p:nvSpPr>
                <p:cNvPr id="977" name="Google Shape;977;p18"/>
                <p:cNvSpPr/>
                <p:nvPr/>
              </p:nvSpPr>
              <p:spPr>
                <a:xfrm>
                  <a:off x="4859" y="1455"/>
                  <a:ext cx="25" cy="67"/>
                </a:xfrm>
                <a:custGeom>
                  <a:rect b="b" l="l" r="r" t="t"/>
                  <a:pathLst>
                    <a:path extrusionOk="0" h="67" w="25">
                      <a:moveTo>
                        <a:pt x="0" y="13"/>
                      </a:moveTo>
                      <a:lnTo>
                        <a:pt x="24" y="0"/>
                      </a:lnTo>
                      <a:lnTo>
                        <a:pt x="24" y="52"/>
                      </a:lnTo>
                      <a:lnTo>
                        <a:pt x="0" y="66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9FFF9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18"/>
                <p:cNvSpPr/>
                <p:nvPr/>
              </p:nvSpPr>
              <p:spPr>
                <a:xfrm>
                  <a:off x="4905" y="1430"/>
                  <a:ext cx="22" cy="64"/>
                </a:xfrm>
                <a:custGeom>
                  <a:rect b="b" l="l" r="r" t="t"/>
                  <a:pathLst>
                    <a:path extrusionOk="0" h="64" w="22">
                      <a:moveTo>
                        <a:pt x="0" y="13"/>
                      </a:moveTo>
                      <a:lnTo>
                        <a:pt x="21" y="0"/>
                      </a:lnTo>
                      <a:lnTo>
                        <a:pt x="21" y="48"/>
                      </a:lnTo>
                      <a:lnTo>
                        <a:pt x="0" y="63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9FFF9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9" name="Google Shape;979;p18"/>
                <p:cNvSpPr/>
                <p:nvPr/>
              </p:nvSpPr>
              <p:spPr>
                <a:xfrm>
                  <a:off x="4948" y="1406"/>
                  <a:ext cx="24" cy="60"/>
                </a:xfrm>
                <a:custGeom>
                  <a:rect b="b" l="l" r="r" t="t"/>
                  <a:pathLst>
                    <a:path extrusionOk="0" h="60" w="24">
                      <a:moveTo>
                        <a:pt x="0" y="13"/>
                      </a:moveTo>
                      <a:lnTo>
                        <a:pt x="23" y="0"/>
                      </a:lnTo>
                      <a:lnTo>
                        <a:pt x="23" y="44"/>
                      </a:lnTo>
                      <a:lnTo>
                        <a:pt x="0" y="59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9FFF9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18"/>
                <p:cNvSpPr/>
                <p:nvPr/>
              </p:nvSpPr>
              <p:spPr>
                <a:xfrm>
                  <a:off x="4993" y="1381"/>
                  <a:ext cx="24" cy="57"/>
                </a:xfrm>
                <a:custGeom>
                  <a:rect b="b" l="l" r="r" t="t"/>
                  <a:pathLst>
                    <a:path extrusionOk="0" h="57" w="24">
                      <a:moveTo>
                        <a:pt x="0" y="13"/>
                      </a:moveTo>
                      <a:lnTo>
                        <a:pt x="23" y="0"/>
                      </a:lnTo>
                      <a:lnTo>
                        <a:pt x="23" y="41"/>
                      </a:lnTo>
                      <a:lnTo>
                        <a:pt x="0" y="56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9FFF9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1" name="Google Shape;981;p18"/>
              <p:cNvSpPr/>
              <p:nvPr/>
            </p:nvSpPr>
            <p:spPr>
              <a:xfrm>
                <a:off x="4660" y="1410"/>
                <a:ext cx="181" cy="125"/>
              </a:xfrm>
              <a:custGeom>
                <a:rect b="b" l="l" r="r" t="t"/>
                <a:pathLst>
                  <a:path extrusionOk="0" h="125" w="181">
                    <a:moveTo>
                      <a:pt x="0" y="0"/>
                    </a:moveTo>
                    <a:lnTo>
                      <a:pt x="180" y="69"/>
                    </a:lnTo>
                    <a:lnTo>
                      <a:pt x="180" y="124"/>
                    </a:lnTo>
                    <a:lnTo>
                      <a:pt x="0" y="4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DFD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18"/>
              <p:cNvGrpSpPr/>
              <p:nvPr/>
            </p:nvGrpSpPr>
            <p:grpSpPr>
              <a:xfrm>
                <a:off x="4660" y="1307"/>
                <a:ext cx="377" cy="173"/>
                <a:chOff x="4660" y="1307"/>
                <a:chExt cx="377" cy="173"/>
              </a:xfrm>
            </p:grpSpPr>
            <p:sp>
              <p:nvSpPr>
                <p:cNvPr id="983" name="Google Shape;983;p18"/>
                <p:cNvSpPr/>
                <p:nvPr/>
              </p:nvSpPr>
              <p:spPr>
                <a:xfrm>
                  <a:off x="4660" y="1307"/>
                  <a:ext cx="377" cy="173"/>
                </a:xfrm>
                <a:custGeom>
                  <a:rect b="b" l="l" r="r" t="t"/>
                  <a:pathLst>
                    <a:path extrusionOk="0" h="173" w="377">
                      <a:moveTo>
                        <a:pt x="0" y="102"/>
                      </a:moveTo>
                      <a:lnTo>
                        <a:pt x="208" y="0"/>
                      </a:lnTo>
                      <a:lnTo>
                        <a:pt x="376" y="62"/>
                      </a:lnTo>
                      <a:lnTo>
                        <a:pt x="180" y="172"/>
                      </a:lnTo>
                      <a:lnTo>
                        <a:pt x="0" y="102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84" name="Google Shape;984;p18"/>
                <p:cNvGrpSpPr/>
                <p:nvPr/>
              </p:nvGrpSpPr>
              <p:grpSpPr>
                <a:xfrm>
                  <a:off x="4683" y="1318"/>
                  <a:ext cx="334" cy="151"/>
                  <a:chOff x="4683" y="1318"/>
                  <a:chExt cx="334" cy="151"/>
                </a:xfrm>
              </p:grpSpPr>
              <p:sp>
                <p:nvSpPr>
                  <p:cNvPr id="985" name="Google Shape;985;p18"/>
                  <p:cNvSpPr/>
                  <p:nvPr/>
                </p:nvSpPr>
                <p:spPr>
                  <a:xfrm>
                    <a:off x="4683" y="1388"/>
                    <a:ext cx="201" cy="81"/>
                  </a:xfrm>
                  <a:custGeom>
                    <a:rect b="b" l="l" r="r" t="t"/>
                    <a:pathLst>
                      <a:path extrusionOk="0" h="81" w="201">
                        <a:moveTo>
                          <a:pt x="0" y="11"/>
                        </a:moveTo>
                        <a:lnTo>
                          <a:pt x="22" y="0"/>
                        </a:lnTo>
                        <a:lnTo>
                          <a:pt x="200" y="67"/>
                        </a:lnTo>
                        <a:lnTo>
                          <a:pt x="177" y="80"/>
                        </a:lnTo>
                        <a:lnTo>
                          <a:pt x="0" y="11"/>
                        </a:lnTo>
                      </a:path>
                    </a:pathLst>
                  </a:custGeom>
                  <a:solidFill>
                    <a:srgbClr val="DFF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6" name="Google Shape;986;p18"/>
                  <p:cNvSpPr/>
                  <p:nvPr/>
                </p:nvSpPr>
                <p:spPr>
                  <a:xfrm>
                    <a:off x="4729" y="1364"/>
                    <a:ext cx="198" cy="80"/>
                  </a:xfrm>
                  <a:custGeom>
                    <a:rect b="b" l="l" r="r" t="t"/>
                    <a:pathLst>
                      <a:path extrusionOk="0" h="80" w="198">
                        <a:moveTo>
                          <a:pt x="0" y="11"/>
                        </a:moveTo>
                        <a:lnTo>
                          <a:pt x="22" y="0"/>
                        </a:lnTo>
                        <a:lnTo>
                          <a:pt x="197" y="66"/>
                        </a:lnTo>
                        <a:lnTo>
                          <a:pt x="175" y="79"/>
                        </a:lnTo>
                        <a:lnTo>
                          <a:pt x="0" y="11"/>
                        </a:lnTo>
                      </a:path>
                    </a:pathLst>
                  </a:custGeom>
                  <a:solidFill>
                    <a:srgbClr val="DFF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18"/>
                  <p:cNvSpPr/>
                  <p:nvPr/>
                </p:nvSpPr>
                <p:spPr>
                  <a:xfrm>
                    <a:off x="4778" y="1340"/>
                    <a:ext cx="194" cy="79"/>
                  </a:xfrm>
                  <a:custGeom>
                    <a:rect b="b" l="l" r="r" t="t"/>
                    <a:pathLst>
                      <a:path extrusionOk="0" h="79" w="194">
                        <a:moveTo>
                          <a:pt x="0" y="11"/>
                        </a:moveTo>
                        <a:lnTo>
                          <a:pt x="22" y="0"/>
                        </a:lnTo>
                        <a:lnTo>
                          <a:pt x="193" y="65"/>
                        </a:lnTo>
                        <a:lnTo>
                          <a:pt x="170" y="78"/>
                        </a:lnTo>
                        <a:lnTo>
                          <a:pt x="0" y="11"/>
                        </a:lnTo>
                      </a:path>
                    </a:pathLst>
                  </a:custGeom>
                  <a:solidFill>
                    <a:srgbClr val="DFF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8" name="Google Shape;988;p18"/>
                  <p:cNvSpPr/>
                  <p:nvPr/>
                </p:nvSpPr>
                <p:spPr>
                  <a:xfrm>
                    <a:off x="4824" y="1318"/>
                    <a:ext cx="193" cy="78"/>
                  </a:xfrm>
                  <a:custGeom>
                    <a:rect b="b" l="l" r="r" t="t"/>
                    <a:pathLst>
                      <a:path extrusionOk="0" h="78" w="193">
                        <a:moveTo>
                          <a:pt x="0" y="11"/>
                        </a:moveTo>
                        <a:lnTo>
                          <a:pt x="22" y="0"/>
                        </a:lnTo>
                        <a:lnTo>
                          <a:pt x="192" y="64"/>
                        </a:lnTo>
                        <a:lnTo>
                          <a:pt x="169" y="77"/>
                        </a:lnTo>
                        <a:lnTo>
                          <a:pt x="0" y="11"/>
                        </a:lnTo>
                      </a:path>
                    </a:pathLst>
                  </a:custGeom>
                  <a:solidFill>
                    <a:srgbClr val="DFF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89" name="Google Shape;989;p18"/>
              <p:cNvGrpSpPr/>
              <p:nvPr/>
            </p:nvGrpSpPr>
            <p:grpSpPr>
              <a:xfrm>
                <a:off x="4664" y="1422"/>
                <a:ext cx="172" cy="102"/>
                <a:chOff x="4664" y="1422"/>
                <a:chExt cx="172" cy="102"/>
              </a:xfrm>
            </p:grpSpPr>
            <p:cxnSp>
              <p:nvCxnSpPr>
                <p:cNvPr id="990" name="Google Shape;990;p18"/>
                <p:cNvCxnSpPr/>
                <p:nvPr/>
              </p:nvCxnSpPr>
              <p:spPr>
                <a:xfrm>
                  <a:off x="4664" y="1422"/>
                  <a:ext cx="172" cy="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1" name="Google Shape;991;p18"/>
                <p:cNvCxnSpPr/>
                <p:nvPr/>
              </p:nvCxnSpPr>
              <p:spPr>
                <a:xfrm>
                  <a:off x="4664" y="1458"/>
                  <a:ext cx="172" cy="6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2" name="Google Shape;992;p18"/>
                <p:cNvCxnSpPr/>
                <p:nvPr/>
              </p:nvCxnSpPr>
              <p:spPr>
                <a:xfrm>
                  <a:off x="4664" y="1449"/>
                  <a:ext cx="172" cy="6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3" name="Google Shape;993;p18"/>
                <p:cNvCxnSpPr/>
                <p:nvPr/>
              </p:nvCxnSpPr>
              <p:spPr>
                <a:xfrm>
                  <a:off x="4664" y="1432"/>
                  <a:ext cx="172" cy="6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4" name="Google Shape;994;p18"/>
                <p:cNvCxnSpPr/>
                <p:nvPr/>
              </p:nvCxnSpPr>
              <p:spPr>
                <a:xfrm>
                  <a:off x="4664" y="1440"/>
                  <a:ext cx="172" cy="6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95" name="Google Shape;995;p18"/>
              <p:cNvGrpSpPr/>
              <p:nvPr/>
            </p:nvGrpSpPr>
            <p:grpSpPr>
              <a:xfrm>
                <a:off x="4844" y="1371"/>
                <a:ext cx="188" cy="161"/>
                <a:chOff x="4844" y="1371"/>
                <a:chExt cx="188" cy="161"/>
              </a:xfrm>
            </p:grpSpPr>
            <p:cxnSp>
              <p:nvCxnSpPr>
                <p:cNvPr id="996" name="Google Shape;996;p18"/>
                <p:cNvCxnSpPr/>
                <p:nvPr/>
              </p:nvCxnSpPr>
              <p:spPr>
                <a:xfrm flipH="1" rot="10800000">
                  <a:off x="4844" y="1392"/>
                  <a:ext cx="188" cy="13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7" name="Google Shape;997;p18"/>
                <p:cNvCxnSpPr/>
                <p:nvPr/>
              </p:nvCxnSpPr>
              <p:spPr>
                <a:xfrm flipH="1" rot="10800000">
                  <a:off x="4844" y="1379"/>
                  <a:ext cx="188" cy="124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8" name="Google Shape;998;p18"/>
                <p:cNvCxnSpPr/>
                <p:nvPr/>
              </p:nvCxnSpPr>
              <p:spPr>
                <a:xfrm flipH="1" rot="10800000">
                  <a:off x="4844" y="1371"/>
                  <a:ext cx="188" cy="1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9" name="Google Shape;999;p18"/>
                <p:cNvCxnSpPr/>
                <p:nvPr/>
              </p:nvCxnSpPr>
              <p:spPr>
                <a:xfrm flipH="1" rot="10800000">
                  <a:off x="4844" y="1400"/>
                  <a:ext cx="188" cy="13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0" name="Google Shape;1000;p18"/>
                <p:cNvCxnSpPr/>
                <p:nvPr/>
              </p:nvCxnSpPr>
              <p:spPr>
                <a:xfrm flipH="1" rot="10800000">
                  <a:off x="4844" y="1387"/>
                  <a:ext cx="188" cy="12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01" name="Google Shape;1001;p18"/>
              <p:cNvGrpSpPr/>
              <p:nvPr/>
            </p:nvGrpSpPr>
            <p:grpSpPr>
              <a:xfrm>
                <a:off x="4680" y="1313"/>
                <a:ext cx="192" cy="98"/>
                <a:chOff x="4680" y="1313"/>
                <a:chExt cx="192" cy="98"/>
              </a:xfrm>
            </p:grpSpPr>
            <p:sp>
              <p:nvSpPr>
                <p:cNvPr id="1002" name="Google Shape;1002;p18"/>
                <p:cNvSpPr/>
                <p:nvPr/>
              </p:nvSpPr>
              <p:spPr>
                <a:xfrm>
                  <a:off x="4680" y="1405"/>
                  <a:ext cx="9" cy="6"/>
                </a:xfrm>
                <a:custGeom>
                  <a:rect b="b" l="l" r="r" t="t"/>
                  <a:pathLst>
                    <a:path extrusionOk="0" h="6" w="9">
                      <a:moveTo>
                        <a:pt x="8" y="3"/>
                      </a:moveTo>
                      <a:lnTo>
                        <a:pt x="8" y="2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7" y="4"/>
                      </a:lnTo>
                      <a:lnTo>
                        <a:pt x="8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3" name="Google Shape;1003;p18"/>
                <p:cNvSpPr/>
                <p:nvPr/>
              </p:nvSpPr>
              <p:spPr>
                <a:xfrm>
                  <a:off x="4703" y="1395"/>
                  <a:ext cx="7" cy="4"/>
                </a:xfrm>
                <a:custGeom>
                  <a:rect b="b" l="l" r="r" t="t"/>
                  <a:pathLst>
                    <a:path extrusionOk="0" h="4" w="7">
                      <a:moveTo>
                        <a:pt x="6" y="1"/>
                      </a:moveTo>
                      <a:lnTo>
                        <a:pt x="6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1" y="3"/>
                      </a:lnTo>
                      <a:lnTo>
                        <a:pt x="2" y="3"/>
                      </a:lnTo>
                      <a:lnTo>
                        <a:pt x="3" y="3"/>
                      </a:lnTo>
                      <a:lnTo>
                        <a:pt x="4" y="3"/>
                      </a:lnTo>
                      <a:lnTo>
                        <a:pt x="5" y="3"/>
                      </a:lnTo>
                      <a:lnTo>
                        <a:pt x="5" y="2"/>
                      </a:lnTo>
                      <a:lnTo>
                        <a:pt x="6" y="2"/>
                      </a:lnTo>
                      <a:lnTo>
                        <a:pt x="6" y="1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18"/>
                <p:cNvSpPr/>
                <p:nvPr/>
              </p:nvSpPr>
              <p:spPr>
                <a:xfrm>
                  <a:off x="4725" y="1383"/>
                  <a:ext cx="7" cy="5"/>
                </a:xfrm>
                <a:custGeom>
                  <a:rect b="b" l="l" r="r" t="t"/>
                  <a:pathLst>
                    <a:path extrusionOk="0" h="5" w="7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5" y="3"/>
                      </a:lnTo>
                      <a:lnTo>
                        <a:pt x="6" y="3"/>
                      </a:lnTo>
                      <a:lnTo>
                        <a:pt x="6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18"/>
                <p:cNvSpPr/>
                <p:nvPr/>
              </p:nvSpPr>
              <p:spPr>
                <a:xfrm>
                  <a:off x="4748" y="1371"/>
                  <a:ext cx="8" cy="5"/>
                </a:xfrm>
                <a:custGeom>
                  <a:rect b="b" l="l" r="r" t="t"/>
                  <a:pathLst>
                    <a:path extrusionOk="0" h="5" w="8">
                      <a:moveTo>
                        <a:pt x="7" y="2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7" y="3"/>
                      </a:lnTo>
                      <a:lnTo>
                        <a:pt x="7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8"/>
                <p:cNvSpPr/>
                <p:nvPr/>
              </p:nvSpPr>
              <p:spPr>
                <a:xfrm>
                  <a:off x="4772" y="1359"/>
                  <a:ext cx="9" cy="6"/>
                </a:xfrm>
                <a:custGeom>
                  <a:rect b="b" l="l" r="r" t="t"/>
                  <a:pathLst>
                    <a:path extrusionOk="0" h="6" w="9">
                      <a:moveTo>
                        <a:pt x="8" y="3"/>
                      </a:moveTo>
                      <a:lnTo>
                        <a:pt x="8" y="2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7" y="4"/>
                      </a:lnTo>
                      <a:lnTo>
                        <a:pt x="8" y="4"/>
                      </a:lnTo>
                      <a:lnTo>
                        <a:pt x="8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7" name="Google Shape;1007;p18"/>
                <p:cNvSpPr/>
                <p:nvPr/>
              </p:nvSpPr>
              <p:spPr>
                <a:xfrm>
                  <a:off x="4795" y="1347"/>
                  <a:ext cx="8" cy="5"/>
                </a:xfrm>
                <a:custGeom>
                  <a:rect b="b" l="l" r="r" t="t"/>
                  <a:pathLst>
                    <a:path extrusionOk="0" h="5" w="8">
                      <a:moveTo>
                        <a:pt x="7" y="2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7" y="3"/>
                      </a:lnTo>
                      <a:lnTo>
                        <a:pt x="7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18"/>
                <p:cNvSpPr/>
                <p:nvPr/>
              </p:nvSpPr>
              <p:spPr>
                <a:xfrm>
                  <a:off x="4819" y="1334"/>
                  <a:ext cx="9" cy="7"/>
                </a:xfrm>
                <a:custGeom>
                  <a:rect b="b" l="l" r="r" t="t"/>
                  <a:pathLst>
                    <a:path extrusionOk="0" h="7" w="9">
                      <a:moveTo>
                        <a:pt x="8" y="3"/>
                      </a:moveTo>
                      <a:lnTo>
                        <a:pt x="8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5" y="6"/>
                      </a:lnTo>
                      <a:lnTo>
                        <a:pt x="6" y="6"/>
                      </a:lnTo>
                      <a:lnTo>
                        <a:pt x="7" y="5"/>
                      </a:lnTo>
                      <a:lnTo>
                        <a:pt x="8" y="4"/>
                      </a:lnTo>
                      <a:lnTo>
                        <a:pt x="8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18"/>
                <p:cNvSpPr/>
                <p:nvPr/>
              </p:nvSpPr>
              <p:spPr>
                <a:xfrm>
                  <a:off x="4841" y="1323"/>
                  <a:ext cx="8" cy="6"/>
                </a:xfrm>
                <a:custGeom>
                  <a:rect b="b" l="l" r="r" t="t"/>
                  <a:pathLst>
                    <a:path extrusionOk="0" h="6" w="8">
                      <a:moveTo>
                        <a:pt x="7" y="2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7" y="4"/>
                      </a:lnTo>
                      <a:lnTo>
                        <a:pt x="7" y="3"/>
                      </a:lnTo>
                      <a:lnTo>
                        <a:pt x="7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18"/>
                <p:cNvSpPr/>
                <p:nvPr/>
              </p:nvSpPr>
              <p:spPr>
                <a:xfrm>
                  <a:off x="4864" y="1313"/>
                  <a:ext cx="8" cy="6"/>
                </a:xfrm>
                <a:custGeom>
                  <a:rect b="b" l="l" r="r" t="t"/>
                  <a:pathLst>
                    <a:path extrusionOk="0" h="6" w="8">
                      <a:moveTo>
                        <a:pt x="7" y="3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6" y="4"/>
                      </a:lnTo>
                      <a:lnTo>
                        <a:pt x="7" y="4"/>
                      </a:lnTo>
                      <a:lnTo>
                        <a:pt x="7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1" name="Google Shape;1011;p18"/>
              <p:cNvGrpSpPr/>
              <p:nvPr/>
            </p:nvGrpSpPr>
            <p:grpSpPr>
              <a:xfrm>
                <a:off x="4835" y="1369"/>
                <a:ext cx="182" cy="103"/>
                <a:chOff x="4835" y="1369"/>
                <a:chExt cx="182" cy="103"/>
              </a:xfrm>
            </p:grpSpPr>
            <p:sp>
              <p:nvSpPr>
                <p:cNvPr id="1012" name="Google Shape;1012;p18"/>
                <p:cNvSpPr/>
                <p:nvPr/>
              </p:nvSpPr>
              <p:spPr>
                <a:xfrm>
                  <a:off x="4835" y="1466"/>
                  <a:ext cx="8" cy="6"/>
                </a:xfrm>
                <a:custGeom>
                  <a:rect b="b" l="l" r="r" t="t"/>
                  <a:pathLst>
                    <a:path extrusionOk="0" h="6" w="8">
                      <a:moveTo>
                        <a:pt x="7" y="3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6" y="4"/>
                      </a:lnTo>
                      <a:lnTo>
                        <a:pt x="7" y="4"/>
                      </a:lnTo>
                      <a:lnTo>
                        <a:pt x="7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8"/>
                <p:cNvSpPr/>
                <p:nvPr/>
              </p:nvSpPr>
              <p:spPr>
                <a:xfrm>
                  <a:off x="4856" y="1453"/>
                  <a:ext cx="7" cy="7"/>
                </a:xfrm>
                <a:custGeom>
                  <a:rect b="b" l="l" r="r" t="t"/>
                  <a:pathLst>
                    <a:path extrusionOk="0" h="7" w="7">
                      <a:moveTo>
                        <a:pt x="6" y="3"/>
                      </a:move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6" y="4"/>
                      </a:lnTo>
                      <a:lnTo>
                        <a:pt x="6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8"/>
                <p:cNvSpPr/>
                <p:nvPr/>
              </p:nvSpPr>
              <p:spPr>
                <a:xfrm>
                  <a:off x="4877" y="1442"/>
                  <a:ext cx="8" cy="6"/>
                </a:xfrm>
                <a:custGeom>
                  <a:rect b="b" l="l" r="r" t="t"/>
                  <a:pathLst>
                    <a:path extrusionOk="0" h="6" w="8">
                      <a:moveTo>
                        <a:pt x="7" y="3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4"/>
                      </a:lnTo>
                      <a:lnTo>
                        <a:pt x="7" y="4"/>
                      </a:lnTo>
                      <a:lnTo>
                        <a:pt x="7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18"/>
                <p:cNvSpPr/>
                <p:nvPr/>
              </p:nvSpPr>
              <p:spPr>
                <a:xfrm>
                  <a:off x="4900" y="1428"/>
                  <a:ext cx="6" cy="7"/>
                </a:xfrm>
                <a:custGeom>
                  <a:rect b="b" l="l" r="r" t="t"/>
                  <a:pathLst>
                    <a:path extrusionOk="0" h="7" w="6">
                      <a:moveTo>
                        <a:pt x="5" y="3"/>
                      </a:moveTo>
                      <a:lnTo>
                        <a:pt x="5" y="3"/>
                      </a:lnTo>
                      <a:lnTo>
                        <a:pt x="5" y="2"/>
                      </a:lnTo>
                      <a:lnTo>
                        <a:pt x="5" y="1"/>
                      </a:lnTo>
                      <a:lnTo>
                        <a:pt x="4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5" y="4"/>
                      </a:lnTo>
                      <a:lnTo>
                        <a:pt x="5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18"/>
                <p:cNvSpPr/>
                <p:nvPr/>
              </p:nvSpPr>
              <p:spPr>
                <a:xfrm>
                  <a:off x="4922" y="1417"/>
                  <a:ext cx="8" cy="6"/>
                </a:xfrm>
                <a:custGeom>
                  <a:rect b="b" l="l" r="r" t="t"/>
                  <a:pathLst>
                    <a:path extrusionOk="0" h="6" w="8">
                      <a:moveTo>
                        <a:pt x="7" y="2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4"/>
                      </a:lnTo>
                      <a:lnTo>
                        <a:pt x="7" y="4"/>
                      </a:lnTo>
                      <a:lnTo>
                        <a:pt x="7" y="3"/>
                      </a:lnTo>
                      <a:lnTo>
                        <a:pt x="7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18"/>
                <p:cNvSpPr/>
                <p:nvPr/>
              </p:nvSpPr>
              <p:spPr>
                <a:xfrm>
                  <a:off x="4944" y="1405"/>
                  <a:ext cx="8" cy="6"/>
                </a:xfrm>
                <a:custGeom>
                  <a:rect b="b" l="l" r="r" t="t"/>
                  <a:pathLst>
                    <a:path extrusionOk="0" h="6" w="8">
                      <a:moveTo>
                        <a:pt x="7" y="3"/>
                      </a:move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6" y="4"/>
                      </a:lnTo>
                      <a:lnTo>
                        <a:pt x="7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18"/>
                <p:cNvSpPr/>
                <p:nvPr/>
              </p:nvSpPr>
              <p:spPr>
                <a:xfrm>
                  <a:off x="4968" y="1392"/>
                  <a:ext cx="7" cy="6"/>
                </a:xfrm>
                <a:custGeom>
                  <a:rect b="b" l="l" r="r" t="t"/>
                  <a:pathLst>
                    <a:path extrusionOk="0" h="6" w="7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6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18"/>
                <p:cNvSpPr/>
                <p:nvPr/>
              </p:nvSpPr>
              <p:spPr>
                <a:xfrm>
                  <a:off x="4989" y="1379"/>
                  <a:ext cx="7" cy="7"/>
                </a:xfrm>
                <a:custGeom>
                  <a:rect b="b" l="l" r="r" t="t"/>
                  <a:pathLst>
                    <a:path extrusionOk="0" h="7" w="7">
                      <a:moveTo>
                        <a:pt x="6" y="3"/>
                      </a:move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5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5" y="6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6" y="4"/>
                      </a:lnTo>
                      <a:lnTo>
                        <a:pt x="6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8"/>
                <p:cNvSpPr/>
                <p:nvPr/>
              </p:nvSpPr>
              <p:spPr>
                <a:xfrm>
                  <a:off x="5010" y="1369"/>
                  <a:ext cx="7" cy="6"/>
                </a:xfrm>
                <a:custGeom>
                  <a:rect b="b" l="l" r="r" t="t"/>
                  <a:pathLst>
                    <a:path extrusionOk="0" h="6" w="7">
                      <a:moveTo>
                        <a:pt x="6" y="3"/>
                      </a:move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6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1" name="Google Shape;1021;p18"/>
            <p:cNvGrpSpPr/>
            <p:nvPr/>
          </p:nvGrpSpPr>
          <p:grpSpPr>
            <a:xfrm>
              <a:off x="4214" y="1322"/>
              <a:ext cx="935" cy="578"/>
              <a:chOff x="4214" y="1322"/>
              <a:chExt cx="935" cy="578"/>
            </a:xfrm>
          </p:grpSpPr>
          <p:grpSp>
            <p:nvGrpSpPr>
              <p:cNvPr id="1022" name="Google Shape;1022;p18"/>
              <p:cNvGrpSpPr/>
              <p:nvPr/>
            </p:nvGrpSpPr>
            <p:grpSpPr>
              <a:xfrm>
                <a:off x="4214" y="1322"/>
                <a:ext cx="67" cy="38"/>
                <a:chOff x="4214" y="1322"/>
                <a:chExt cx="67" cy="38"/>
              </a:xfrm>
            </p:grpSpPr>
            <p:grpSp>
              <p:nvGrpSpPr>
                <p:cNvPr id="1023" name="Google Shape;1023;p18"/>
                <p:cNvGrpSpPr/>
                <p:nvPr/>
              </p:nvGrpSpPr>
              <p:grpSpPr>
                <a:xfrm>
                  <a:off x="4214" y="1322"/>
                  <a:ext cx="67" cy="38"/>
                  <a:chOff x="4214" y="1322"/>
                  <a:chExt cx="67" cy="38"/>
                </a:xfrm>
              </p:grpSpPr>
              <p:sp>
                <p:nvSpPr>
                  <p:cNvPr id="1024" name="Google Shape;1024;p18"/>
                  <p:cNvSpPr/>
                  <p:nvPr/>
                </p:nvSpPr>
                <p:spPr>
                  <a:xfrm>
                    <a:off x="4214" y="1322"/>
                    <a:ext cx="67" cy="38"/>
                  </a:xfrm>
                  <a:custGeom>
                    <a:rect b="b" l="l" r="r" t="t"/>
                    <a:pathLst>
                      <a:path extrusionOk="0" h="38" w="67">
                        <a:moveTo>
                          <a:pt x="10" y="37"/>
                        </a:moveTo>
                        <a:lnTo>
                          <a:pt x="0" y="0"/>
                        </a:lnTo>
                        <a:lnTo>
                          <a:pt x="51" y="0"/>
                        </a:lnTo>
                        <a:lnTo>
                          <a:pt x="66" y="37"/>
                        </a:lnTo>
                        <a:lnTo>
                          <a:pt x="10" y="37"/>
                        </a:lnTo>
                      </a:path>
                    </a:pathLst>
                  </a:custGeom>
                  <a:solidFill>
                    <a:srgbClr val="9F9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25" name="Google Shape;1025;p18"/>
                  <p:cNvGrpSpPr/>
                  <p:nvPr/>
                </p:nvGrpSpPr>
                <p:grpSpPr>
                  <a:xfrm>
                    <a:off x="4215" y="1327"/>
                    <a:ext cx="64" cy="27"/>
                    <a:chOff x="4215" y="1327"/>
                    <a:chExt cx="64" cy="27"/>
                  </a:xfrm>
                </p:grpSpPr>
                <p:sp>
                  <p:nvSpPr>
                    <p:cNvPr id="1026" name="Google Shape;1026;p18"/>
                    <p:cNvSpPr/>
                    <p:nvPr/>
                  </p:nvSpPr>
                  <p:spPr>
                    <a:xfrm>
                      <a:off x="4215" y="1327"/>
                      <a:ext cx="54" cy="6"/>
                    </a:xfrm>
                    <a:custGeom>
                      <a:rect b="b" l="l" r="r" t="t"/>
                      <a:pathLst>
                        <a:path extrusionOk="0" h="6" w="54">
                          <a:moveTo>
                            <a:pt x="0" y="0"/>
                          </a:moveTo>
                          <a:lnTo>
                            <a:pt x="51" y="0"/>
                          </a:lnTo>
                          <a:lnTo>
                            <a:pt x="53" y="5"/>
                          </a:lnTo>
                          <a:lnTo>
                            <a:pt x="2" y="5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27" name="Google Shape;1027;p18"/>
                    <p:cNvSpPr/>
                    <p:nvPr/>
                  </p:nvSpPr>
                  <p:spPr>
                    <a:xfrm>
                      <a:off x="4217" y="1338"/>
                      <a:ext cx="57" cy="6"/>
                    </a:xfrm>
                    <a:custGeom>
                      <a:rect b="b" l="l" r="r" t="t"/>
                      <a:pathLst>
                        <a:path extrusionOk="0" h="6" w="57">
                          <a:moveTo>
                            <a:pt x="0" y="0"/>
                          </a:moveTo>
                          <a:lnTo>
                            <a:pt x="54" y="0"/>
                          </a:lnTo>
                          <a:lnTo>
                            <a:pt x="56" y="5"/>
                          </a:lnTo>
                          <a:lnTo>
                            <a:pt x="2" y="5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28" name="Google Shape;1028;p18"/>
                    <p:cNvSpPr/>
                    <p:nvPr/>
                  </p:nvSpPr>
                  <p:spPr>
                    <a:xfrm>
                      <a:off x="4220" y="1348"/>
                      <a:ext cx="59" cy="6"/>
                    </a:xfrm>
                    <a:custGeom>
                      <a:rect b="b" l="l" r="r" t="t"/>
                      <a:pathLst>
                        <a:path extrusionOk="0" h="6" w="59">
                          <a:moveTo>
                            <a:pt x="0" y="0"/>
                          </a:moveTo>
                          <a:lnTo>
                            <a:pt x="56" y="0"/>
                          </a:lnTo>
                          <a:lnTo>
                            <a:pt x="58" y="5"/>
                          </a:lnTo>
                          <a:lnTo>
                            <a:pt x="2" y="5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029" name="Google Shape;1029;p18"/>
                <p:cNvGrpSpPr/>
                <p:nvPr/>
              </p:nvGrpSpPr>
              <p:grpSpPr>
                <a:xfrm>
                  <a:off x="4216" y="1323"/>
                  <a:ext cx="60" cy="33"/>
                  <a:chOff x="4216" y="1323"/>
                  <a:chExt cx="60" cy="33"/>
                </a:xfrm>
              </p:grpSpPr>
              <p:grpSp>
                <p:nvGrpSpPr>
                  <p:cNvPr id="1030" name="Google Shape;1030;p18"/>
                  <p:cNvGrpSpPr/>
                  <p:nvPr/>
                </p:nvGrpSpPr>
                <p:grpSpPr>
                  <a:xfrm>
                    <a:off x="4216" y="1323"/>
                    <a:ext cx="9" cy="33"/>
                    <a:chOff x="4216" y="1323"/>
                    <a:chExt cx="9" cy="33"/>
                  </a:xfrm>
                </p:grpSpPr>
                <p:sp>
                  <p:nvSpPr>
                    <p:cNvPr id="1031" name="Google Shape;1031;p18"/>
                    <p:cNvSpPr/>
                    <p:nvPr/>
                  </p:nvSpPr>
                  <p:spPr>
                    <a:xfrm>
                      <a:off x="4216" y="1323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2" name="Google Shape;1032;p18"/>
                    <p:cNvSpPr/>
                    <p:nvPr/>
                  </p:nvSpPr>
                  <p:spPr>
                    <a:xfrm>
                      <a:off x="4217" y="1328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3" name="Google Shape;1033;p18"/>
                    <p:cNvSpPr/>
                    <p:nvPr/>
                  </p:nvSpPr>
                  <p:spPr>
                    <a:xfrm>
                      <a:off x="4217" y="1332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1"/>
                          </a:move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4" name="Google Shape;1034;p18"/>
                    <p:cNvSpPr/>
                    <p:nvPr/>
                  </p:nvSpPr>
                  <p:spPr>
                    <a:xfrm>
                      <a:off x="4218" y="1337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1"/>
                          </a:move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5" name="Google Shape;1035;p18"/>
                    <p:cNvSpPr/>
                    <p:nvPr/>
                  </p:nvSpPr>
                  <p:spPr>
                    <a:xfrm>
                      <a:off x="4220" y="1342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6" name="Google Shape;1036;p18"/>
                    <p:cNvSpPr/>
                    <p:nvPr/>
                  </p:nvSpPr>
                  <p:spPr>
                    <a:xfrm>
                      <a:off x="4221" y="1346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7" name="Google Shape;1037;p18"/>
                    <p:cNvSpPr/>
                    <p:nvPr/>
                  </p:nvSpPr>
                  <p:spPr>
                    <a:xfrm>
                      <a:off x="4222" y="1350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8" name="Google Shape;1038;p18"/>
                    <p:cNvSpPr/>
                    <p:nvPr/>
                  </p:nvSpPr>
                  <p:spPr>
                    <a:xfrm>
                      <a:off x="4223" y="1354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1"/>
                          </a:move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39" name="Google Shape;1039;p18"/>
                  <p:cNvGrpSpPr/>
                  <p:nvPr/>
                </p:nvGrpSpPr>
                <p:grpSpPr>
                  <a:xfrm>
                    <a:off x="4262" y="1323"/>
                    <a:ext cx="14" cy="32"/>
                    <a:chOff x="4262" y="1323"/>
                    <a:chExt cx="14" cy="32"/>
                  </a:xfrm>
                </p:grpSpPr>
                <p:sp>
                  <p:nvSpPr>
                    <p:cNvPr id="1040" name="Google Shape;1040;p18"/>
                    <p:cNvSpPr/>
                    <p:nvPr/>
                  </p:nvSpPr>
                  <p:spPr>
                    <a:xfrm>
                      <a:off x="4262" y="1323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1" name="Google Shape;1041;p18"/>
                    <p:cNvSpPr/>
                    <p:nvPr/>
                  </p:nvSpPr>
                  <p:spPr>
                    <a:xfrm>
                      <a:off x="4264" y="1327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2" name="Google Shape;1042;p18"/>
                    <p:cNvSpPr/>
                    <p:nvPr/>
                  </p:nvSpPr>
                  <p:spPr>
                    <a:xfrm>
                      <a:off x="4266" y="1332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3" name="Google Shape;1043;p18"/>
                    <p:cNvSpPr/>
                    <p:nvPr/>
                  </p:nvSpPr>
                  <p:spPr>
                    <a:xfrm>
                      <a:off x="4267" y="1336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4" name="Google Shape;1044;p18"/>
                    <p:cNvSpPr/>
                    <p:nvPr/>
                  </p:nvSpPr>
                  <p:spPr>
                    <a:xfrm>
                      <a:off x="4269" y="1341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1"/>
                          </a:move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5" name="Google Shape;1045;p18"/>
                    <p:cNvSpPr/>
                    <p:nvPr/>
                  </p:nvSpPr>
                  <p:spPr>
                    <a:xfrm>
                      <a:off x="4272" y="1349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6" name="Google Shape;1046;p18"/>
                    <p:cNvSpPr/>
                    <p:nvPr/>
                  </p:nvSpPr>
                  <p:spPr>
                    <a:xfrm>
                      <a:off x="4275" y="1353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7" name="Google Shape;1047;p18"/>
                    <p:cNvSpPr/>
                    <p:nvPr/>
                  </p:nvSpPr>
                  <p:spPr>
                    <a:xfrm>
                      <a:off x="4271" y="1345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048" name="Google Shape;1048;p18"/>
              <p:cNvGrpSpPr/>
              <p:nvPr/>
            </p:nvGrpSpPr>
            <p:grpSpPr>
              <a:xfrm>
                <a:off x="4252" y="1345"/>
                <a:ext cx="93" cy="52"/>
                <a:chOff x="4252" y="1345"/>
                <a:chExt cx="93" cy="52"/>
              </a:xfrm>
            </p:grpSpPr>
            <p:grpSp>
              <p:nvGrpSpPr>
                <p:cNvPr id="1049" name="Google Shape;1049;p18"/>
                <p:cNvGrpSpPr/>
                <p:nvPr/>
              </p:nvGrpSpPr>
              <p:grpSpPr>
                <a:xfrm>
                  <a:off x="4252" y="1345"/>
                  <a:ext cx="93" cy="52"/>
                  <a:chOff x="4252" y="1345"/>
                  <a:chExt cx="93" cy="52"/>
                </a:xfrm>
              </p:grpSpPr>
              <p:sp>
                <p:nvSpPr>
                  <p:cNvPr id="1050" name="Google Shape;1050;p18"/>
                  <p:cNvSpPr/>
                  <p:nvPr/>
                </p:nvSpPr>
                <p:spPr>
                  <a:xfrm>
                    <a:off x="4252" y="1345"/>
                    <a:ext cx="93" cy="52"/>
                  </a:xfrm>
                  <a:custGeom>
                    <a:rect b="b" l="l" r="r" t="t"/>
                    <a:pathLst>
                      <a:path extrusionOk="0" h="52" w="93">
                        <a:moveTo>
                          <a:pt x="14" y="51"/>
                        </a:moveTo>
                        <a:lnTo>
                          <a:pt x="0" y="0"/>
                        </a:lnTo>
                        <a:lnTo>
                          <a:pt x="70" y="0"/>
                        </a:lnTo>
                        <a:lnTo>
                          <a:pt x="92" y="51"/>
                        </a:lnTo>
                        <a:lnTo>
                          <a:pt x="14" y="51"/>
                        </a:lnTo>
                      </a:path>
                    </a:pathLst>
                  </a:custGeom>
                  <a:solidFill>
                    <a:srgbClr val="9F9FB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51" name="Google Shape;1051;p18"/>
                  <p:cNvGrpSpPr/>
                  <p:nvPr/>
                </p:nvGrpSpPr>
                <p:grpSpPr>
                  <a:xfrm>
                    <a:off x="4254" y="1351"/>
                    <a:ext cx="88" cy="39"/>
                    <a:chOff x="4254" y="1351"/>
                    <a:chExt cx="88" cy="39"/>
                  </a:xfrm>
                </p:grpSpPr>
                <p:sp>
                  <p:nvSpPr>
                    <p:cNvPr id="1052" name="Google Shape;1052;p18"/>
                    <p:cNvSpPr/>
                    <p:nvPr/>
                  </p:nvSpPr>
                  <p:spPr>
                    <a:xfrm>
                      <a:off x="4254" y="1351"/>
                      <a:ext cx="75" cy="10"/>
                    </a:xfrm>
                    <a:custGeom>
                      <a:rect b="b" l="l" r="r" t="t"/>
                      <a:pathLst>
                        <a:path extrusionOk="0" h="10" w="75">
                          <a:moveTo>
                            <a:pt x="0" y="0"/>
                          </a:moveTo>
                          <a:lnTo>
                            <a:pt x="71" y="0"/>
                          </a:lnTo>
                          <a:lnTo>
                            <a:pt x="74" y="9"/>
                          </a:lnTo>
                          <a:lnTo>
                            <a:pt x="2" y="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53" name="Google Shape;1053;p18"/>
                    <p:cNvSpPr/>
                    <p:nvPr/>
                  </p:nvSpPr>
                  <p:spPr>
                    <a:xfrm>
                      <a:off x="4258" y="1367"/>
                      <a:ext cx="77" cy="8"/>
                    </a:xfrm>
                    <a:custGeom>
                      <a:rect b="b" l="l" r="r" t="t"/>
                      <a:pathLst>
                        <a:path extrusionOk="0" h="8" w="77">
                          <a:moveTo>
                            <a:pt x="0" y="0"/>
                          </a:moveTo>
                          <a:lnTo>
                            <a:pt x="73" y="0"/>
                          </a:lnTo>
                          <a:lnTo>
                            <a:pt x="76" y="7"/>
                          </a:lnTo>
                          <a:lnTo>
                            <a:pt x="2" y="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54" name="Google Shape;1054;p18"/>
                    <p:cNvSpPr/>
                    <p:nvPr/>
                  </p:nvSpPr>
                  <p:spPr>
                    <a:xfrm>
                      <a:off x="4263" y="1382"/>
                      <a:ext cx="79" cy="8"/>
                    </a:xfrm>
                    <a:custGeom>
                      <a:rect b="b" l="l" r="r" t="t"/>
                      <a:pathLst>
                        <a:path extrusionOk="0" h="8" w="79">
                          <a:moveTo>
                            <a:pt x="0" y="0"/>
                          </a:moveTo>
                          <a:lnTo>
                            <a:pt x="75" y="0"/>
                          </a:lnTo>
                          <a:lnTo>
                            <a:pt x="78" y="7"/>
                          </a:lnTo>
                          <a:lnTo>
                            <a:pt x="2" y="7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055" name="Google Shape;1055;p18"/>
                <p:cNvGrpSpPr/>
                <p:nvPr/>
              </p:nvGrpSpPr>
              <p:grpSpPr>
                <a:xfrm>
                  <a:off x="4255" y="1347"/>
                  <a:ext cx="83" cy="46"/>
                  <a:chOff x="4255" y="1347"/>
                  <a:chExt cx="83" cy="46"/>
                </a:xfrm>
              </p:grpSpPr>
              <p:grpSp>
                <p:nvGrpSpPr>
                  <p:cNvPr id="1056" name="Google Shape;1056;p18"/>
                  <p:cNvGrpSpPr/>
                  <p:nvPr/>
                </p:nvGrpSpPr>
                <p:grpSpPr>
                  <a:xfrm>
                    <a:off x="4255" y="1347"/>
                    <a:ext cx="14" cy="46"/>
                    <a:chOff x="4255" y="1347"/>
                    <a:chExt cx="14" cy="46"/>
                  </a:xfrm>
                </p:grpSpPr>
                <p:sp>
                  <p:nvSpPr>
                    <p:cNvPr id="1057" name="Google Shape;1057;p18"/>
                    <p:cNvSpPr/>
                    <p:nvPr/>
                  </p:nvSpPr>
                  <p:spPr>
                    <a:xfrm>
                      <a:off x="4255" y="1347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58" name="Google Shape;1058;p18"/>
                    <p:cNvSpPr/>
                    <p:nvPr/>
                  </p:nvSpPr>
                  <p:spPr>
                    <a:xfrm>
                      <a:off x="4257" y="1353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59" name="Google Shape;1059;p18"/>
                    <p:cNvSpPr/>
                    <p:nvPr/>
                  </p:nvSpPr>
                  <p:spPr>
                    <a:xfrm>
                      <a:off x="4260" y="1361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0" name="Google Shape;1060;p18"/>
                    <p:cNvSpPr/>
                    <p:nvPr/>
                  </p:nvSpPr>
                  <p:spPr>
                    <a:xfrm>
                      <a:off x="4261" y="1367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1" name="Google Shape;1061;p18"/>
                    <p:cNvSpPr/>
                    <p:nvPr/>
                  </p:nvSpPr>
                  <p:spPr>
                    <a:xfrm>
                      <a:off x="4263" y="1373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2" name="Google Shape;1062;p18"/>
                    <p:cNvSpPr/>
                    <p:nvPr/>
                  </p:nvSpPr>
                  <p:spPr>
                    <a:xfrm>
                      <a:off x="4264" y="1379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0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3" name="Google Shape;1063;p18"/>
                    <p:cNvSpPr/>
                    <p:nvPr/>
                  </p:nvSpPr>
                  <p:spPr>
                    <a:xfrm>
                      <a:off x="4266" y="1385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4" name="Google Shape;1064;p18"/>
                    <p:cNvSpPr/>
                    <p:nvPr/>
                  </p:nvSpPr>
                  <p:spPr>
                    <a:xfrm>
                      <a:off x="4268" y="1392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65" name="Google Shape;1065;p18"/>
                  <p:cNvGrpSpPr/>
                  <p:nvPr/>
                </p:nvGrpSpPr>
                <p:grpSpPr>
                  <a:xfrm>
                    <a:off x="4321" y="1347"/>
                    <a:ext cx="17" cy="45"/>
                    <a:chOff x="4321" y="1347"/>
                    <a:chExt cx="17" cy="45"/>
                  </a:xfrm>
                </p:grpSpPr>
                <p:sp>
                  <p:nvSpPr>
                    <p:cNvPr id="1066" name="Google Shape;1066;p18"/>
                    <p:cNvSpPr/>
                    <p:nvPr/>
                  </p:nvSpPr>
                  <p:spPr>
                    <a:xfrm>
                      <a:off x="4321" y="1347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7" name="Google Shape;1067;p18"/>
                    <p:cNvSpPr/>
                    <p:nvPr/>
                  </p:nvSpPr>
                  <p:spPr>
                    <a:xfrm>
                      <a:off x="4323" y="1352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8" name="Google Shape;1068;p18"/>
                    <p:cNvSpPr/>
                    <p:nvPr/>
                  </p:nvSpPr>
                  <p:spPr>
                    <a:xfrm>
                      <a:off x="4325" y="1360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9" name="Google Shape;1069;p18"/>
                    <p:cNvSpPr/>
                    <p:nvPr/>
                  </p:nvSpPr>
                  <p:spPr>
                    <a:xfrm>
                      <a:off x="4327" y="1366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0" name="Google Shape;1070;p18"/>
                    <p:cNvSpPr/>
                    <p:nvPr/>
                  </p:nvSpPr>
                  <p:spPr>
                    <a:xfrm>
                      <a:off x="4330" y="1372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1" name="Google Shape;1071;p18"/>
                    <p:cNvSpPr/>
                    <p:nvPr/>
                  </p:nvSpPr>
                  <p:spPr>
                    <a:xfrm>
                      <a:off x="4334" y="1384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2" name="Google Shape;1072;p18"/>
                    <p:cNvSpPr/>
                    <p:nvPr/>
                  </p:nvSpPr>
                  <p:spPr>
                    <a:xfrm>
                      <a:off x="4337" y="1390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3" name="Google Shape;1073;p18"/>
                    <p:cNvSpPr/>
                    <p:nvPr/>
                  </p:nvSpPr>
                  <p:spPr>
                    <a:xfrm>
                      <a:off x="4332" y="1378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074" name="Google Shape;1074;p18"/>
              <p:cNvGrpSpPr/>
              <p:nvPr/>
            </p:nvGrpSpPr>
            <p:grpSpPr>
              <a:xfrm>
                <a:off x="4308" y="1378"/>
                <a:ext cx="128" cy="73"/>
                <a:chOff x="4308" y="1378"/>
                <a:chExt cx="128" cy="73"/>
              </a:xfrm>
            </p:grpSpPr>
            <p:grpSp>
              <p:nvGrpSpPr>
                <p:cNvPr id="1075" name="Google Shape;1075;p18"/>
                <p:cNvGrpSpPr/>
                <p:nvPr/>
              </p:nvGrpSpPr>
              <p:grpSpPr>
                <a:xfrm>
                  <a:off x="4308" y="1378"/>
                  <a:ext cx="128" cy="73"/>
                  <a:chOff x="4308" y="1378"/>
                  <a:chExt cx="128" cy="73"/>
                </a:xfrm>
              </p:grpSpPr>
              <p:sp>
                <p:nvSpPr>
                  <p:cNvPr id="1076" name="Google Shape;1076;p18"/>
                  <p:cNvSpPr/>
                  <p:nvPr/>
                </p:nvSpPr>
                <p:spPr>
                  <a:xfrm>
                    <a:off x="4308" y="1378"/>
                    <a:ext cx="128" cy="73"/>
                  </a:xfrm>
                  <a:custGeom>
                    <a:rect b="b" l="l" r="r" t="t"/>
                    <a:pathLst>
                      <a:path extrusionOk="0" h="73" w="128">
                        <a:moveTo>
                          <a:pt x="19" y="72"/>
                        </a:moveTo>
                        <a:lnTo>
                          <a:pt x="0" y="0"/>
                        </a:lnTo>
                        <a:lnTo>
                          <a:pt x="96" y="0"/>
                        </a:lnTo>
                        <a:lnTo>
                          <a:pt x="127" y="72"/>
                        </a:lnTo>
                        <a:lnTo>
                          <a:pt x="19" y="72"/>
                        </a:lnTo>
                      </a:path>
                    </a:pathLst>
                  </a:custGeom>
                  <a:solidFill>
                    <a:srgbClr val="BFBFD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77" name="Google Shape;1077;p18"/>
                  <p:cNvGrpSpPr/>
                  <p:nvPr/>
                </p:nvGrpSpPr>
                <p:grpSpPr>
                  <a:xfrm>
                    <a:off x="4311" y="1389"/>
                    <a:ext cx="120" cy="50"/>
                    <a:chOff x="4311" y="1389"/>
                    <a:chExt cx="120" cy="50"/>
                  </a:xfrm>
                </p:grpSpPr>
                <p:sp>
                  <p:nvSpPr>
                    <p:cNvPr id="1078" name="Google Shape;1078;p18"/>
                    <p:cNvSpPr/>
                    <p:nvPr/>
                  </p:nvSpPr>
                  <p:spPr>
                    <a:xfrm>
                      <a:off x="4322" y="1427"/>
                      <a:ext cx="109" cy="12"/>
                    </a:xfrm>
                    <a:custGeom>
                      <a:rect b="b" l="l" r="r" t="t"/>
                      <a:pathLst>
                        <a:path extrusionOk="0" h="12" w="109">
                          <a:moveTo>
                            <a:pt x="0" y="0"/>
                          </a:moveTo>
                          <a:lnTo>
                            <a:pt x="104" y="0"/>
                          </a:lnTo>
                          <a:lnTo>
                            <a:pt x="108" y="11"/>
                          </a:lnTo>
                          <a:lnTo>
                            <a:pt x="3" y="1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9" name="Google Shape;1079;p18"/>
                    <p:cNvSpPr/>
                    <p:nvPr/>
                  </p:nvSpPr>
                  <p:spPr>
                    <a:xfrm>
                      <a:off x="4311" y="1389"/>
                      <a:ext cx="103" cy="10"/>
                    </a:xfrm>
                    <a:custGeom>
                      <a:rect b="b" l="l" r="r" t="t"/>
                      <a:pathLst>
                        <a:path extrusionOk="0" h="10" w="103">
                          <a:moveTo>
                            <a:pt x="0" y="0"/>
                          </a:moveTo>
                          <a:lnTo>
                            <a:pt x="97" y="0"/>
                          </a:lnTo>
                          <a:lnTo>
                            <a:pt x="102" y="9"/>
                          </a:lnTo>
                          <a:lnTo>
                            <a:pt x="3" y="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0" name="Google Shape;1080;p18"/>
                    <p:cNvSpPr/>
                    <p:nvPr/>
                  </p:nvSpPr>
                  <p:spPr>
                    <a:xfrm>
                      <a:off x="4316" y="1408"/>
                      <a:ext cx="106" cy="11"/>
                    </a:xfrm>
                    <a:custGeom>
                      <a:rect b="b" l="l" r="r" t="t"/>
                      <a:pathLst>
                        <a:path extrusionOk="0" h="11" w="106">
                          <a:moveTo>
                            <a:pt x="0" y="0"/>
                          </a:moveTo>
                          <a:lnTo>
                            <a:pt x="101" y="0"/>
                          </a:lnTo>
                          <a:lnTo>
                            <a:pt x="105" y="10"/>
                          </a:lnTo>
                          <a:lnTo>
                            <a:pt x="3" y="1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9FFF9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081" name="Google Shape;1081;p18"/>
                <p:cNvGrpSpPr/>
                <p:nvPr/>
              </p:nvGrpSpPr>
              <p:grpSpPr>
                <a:xfrm>
                  <a:off x="4313" y="1382"/>
                  <a:ext cx="115" cy="63"/>
                  <a:chOff x="4313" y="1382"/>
                  <a:chExt cx="115" cy="63"/>
                </a:xfrm>
              </p:grpSpPr>
              <p:grpSp>
                <p:nvGrpSpPr>
                  <p:cNvPr id="1082" name="Google Shape;1082;p18"/>
                  <p:cNvGrpSpPr/>
                  <p:nvPr/>
                </p:nvGrpSpPr>
                <p:grpSpPr>
                  <a:xfrm>
                    <a:off x="4313" y="1382"/>
                    <a:ext cx="19" cy="63"/>
                    <a:chOff x="4313" y="1382"/>
                    <a:chExt cx="19" cy="63"/>
                  </a:xfrm>
                </p:grpSpPr>
                <p:sp>
                  <p:nvSpPr>
                    <p:cNvPr id="1083" name="Google Shape;1083;p18"/>
                    <p:cNvSpPr/>
                    <p:nvPr/>
                  </p:nvSpPr>
                  <p:spPr>
                    <a:xfrm>
                      <a:off x="4313" y="1382"/>
                      <a:ext cx="1" cy="2"/>
                    </a:xfrm>
                    <a:custGeom>
                      <a:rect b="b" l="l" r="r" t="t"/>
                      <a:pathLst>
                        <a:path extrusionOk="0" h="2" w="1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4" name="Google Shape;1084;p18"/>
                    <p:cNvSpPr/>
                    <p:nvPr/>
                  </p:nvSpPr>
                  <p:spPr>
                    <a:xfrm>
                      <a:off x="4315" y="1392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5" name="Google Shape;1085;p18"/>
                    <p:cNvSpPr/>
                    <p:nvPr/>
                  </p:nvSpPr>
                  <p:spPr>
                    <a:xfrm>
                      <a:off x="4318" y="1400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6" name="Google Shape;1086;p18"/>
                    <p:cNvSpPr/>
                    <p:nvPr/>
                  </p:nvSpPr>
                  <p:spPr>
                    <a:xfrm>
                      <a:off x="4321" y="1409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7" name="Google Shape;1087;p18"/>
                    <p:cNvSpPr/>
                    <p:nvPr/>
                  </p:nvSpPr>
                  <p:spPr>
                    <a:xfrm>
                      <a:off x="4324" y="1418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8" name="Google Shape;1088;p18"/>
                    <p:cNvSpPr/>
                    <p:nvPr/>
                  </p:nvSpPr>
                  <p:spPr>
                    <a:xfrm>
                      <a:off x="4326" y="1426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9" name="Google Shape;1089;p18"/>
                    <p:cNvSpPr/>
                    <p:nvPr/>
                  </p:nvSpPr>
                  <p:spPr>
                    <a:xfrm>
                      <a:off x="4328" y="1435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0" name="Google Shape;1090;p18"/>
                    <p:cNvSpPr/>
                    <p:nvPr/>
                  </p:nvSpPr>
                  <p:spPr>
                    <a:xfrm>
                      <a:off x="4331" y="1444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91" name="Google Shape;1091;p18"/>
                  <p:cNvGrpSpPr/>
                  <p:nvPr/>
                </p:nvGrpSpPr>
                <p:grpSpPr>
                  <a:xfrm>
                    <a:off x="4401" y="1383"/>
                    <a:ext cx="27" cy="61"/>
                    <a:chOff x="4401" y="1383"/>
                    <a:chExt cx="27" cy="61"/>
                  </a:xfrm>
                </p:grpSpPr>
                <p:sp>
                  <p:nvSpPr>
                    <p:cNvPr id="1092" name="Google Shape;1092;p18"/>
                    <p:cNvSpPr/>
                    <p:nvPr/>
                  </p:nvSpPr>
                  <p:spPr>
                    <a:xfrm>
                      <a:off x="4401" y="1383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3" name="Google Shape;1093;p18"/>
                    <p:cNvSpPr/>
                    <p:nvPr/>
                  </p:nvSpPr>
                  <p:spPr>
                    <a:xfrm>
                      <a:off x="4405" y="1392"/>
                      <a:ext cx="1" cy="1"/>
                    </a:xfrm>
                    <a:custGeom>
                      <a:rect b="b" l="l" r="r" t="t"/>
                      <a:pathLst>
                        <a:path extrusionOk="0" h="1" w="1">
                          <a:moveTo>
                            <a:pt x="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4" name="Google Shape;1094;p18"/>
                    <p:cNvSpPr/>
                    <p:nvPr/>
                  </p:nvSpPr>
                  <p:spPr>
                    <a:xfrm>
                      <a:off x="4408" y="1399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5" name="Google Shape;1095;p18"/>
                    <p:cNvSpPr/>
                    <p:nvPr/>
                  </p:nvSpPr>
                  <p:spPr>
                    <a:xfrm>
                      <a:off x="4412" y="1408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6" name="Google Shape;1096;p18"/>
                    <p:cNvSpPr/>
                    <p:nvPr/>
                  </p:nvSpPr>
                  <p:spPr>
                    <a:xfrm>
                      <a:off x="4416" y="1418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7" name="Google Shape;1097;p18"/>
                    <p:cNvSpPr/>
                    <p:nvPr/>
                  </p:nvSpPr>
                  <p:spPr>
                    <a:xfrm>
                      <a:off x="4421" y="1434"/>
                      <a:ext cx="2" cy="1"/>
                    </a:xfrm>
                    <a:custGeom>
                      <a:rect b="b" l="l" r="r" t="t"/>
                      <a:pathLst>
                        <a:path extrusionOk="0" h="1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8" name="Google Shape;1098;p18"/>
                    <p:cNvSpPr/>
                    <p:nvPr/>
                  </p:nvSpPr>
                  <p:spPr>
                    <a:xfrm>
                      <a:off x="4425" y="1443"/>
                      <a:ext cx="3" cy="1"/>
                    </a:xfrm>
                    <a:custGeom>
                      <a:rect b="b" l="l" r="r" t="t"/>
                      <a:pathLst>
                        <a:path extrusionOk="0" h="1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99" name="Google Shape;1099;p18"/>
                    <p:cNvSpPr/>
                    <p:nvPr/>
                  </p:nvSpPr>
                  <p:spPr>
                    <a:xfrm>
                      <a:off x="4419" y="1425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100" name="Google Shape;1100;p18"/>
              <p:cNvGrpSpPr/>
              <p:nvPr/>
            </p:nvGrpSpPr>
            <p:grpSpPr>
              <a:xfrm>
                <a:off x="4327" y="1423"/>
                <a:ext cx="63" cy="28"/>
                <a:chOff x="4327" y="1423"/>
                <a:chExt cx="63" cy="28"/>
              </a:xfrm>
            </p:grpSpPr>
            <p:sp>
              <p:nvSpPr>
                <p:cNvPr id="1101" name="Google Shape;1101;p18"/>
                <p:cNvSpPr/>
                <p:nvPr/>
              </p:nvSpPr>
              <p:spPr>
                <a:xfrm>
                  <a:off x="4327" y="1423"/>
                  <a:ext cx="63" cy="28"/>
                </a:xfrm>
                <a:custGeom>
                  <a:rect b="b" l="l" r="r" t="t"/>
                  <a:pathLst>
                    <a:path extrusionOk="0" h="28" w="63">
                      <a:moveTo>
                        <a:pt x="55" y="0"/>
                      </a:moveTo>
                      <a:lnTo>
                        <a:pt x="0" y="27"/>
                      </a:lnTo>
                      <a:lnTo>
                        <a:pt x="62" y="27"/>
                      </a:lnTo>
                      <a:lnTo>
                        <a:pt x="55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02" name="Google Shape;1102;p18"/>
                <p:cNvGrpSpPr/>
                <p:nvPr/>
              </p:nvGrpSpPr>
              <p:grpSpPr>
                <a:xfrm>
                  <a:off x="4338" y="1428"/>
                  <a:ext cx="41" cy="19"/>
                  <a:chOff x="4338" y="1428"/>
                  <a:chExt cx="41" cy="19"/>
                </a:xfrm>
              </p:grpSpPr>
              <p:sp>
                <p:nvSpPr>
                  <p:cNvPr id="1103" name="Google Shape;1103;p18"/>
                  <p:cNvSpPr/>
                  <p:nvPr/>
                </p:nvSpPr>
                <p:spPr>
                  <a:xfrm>
                    <a:off x="4378" y="1428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4" name="Google Shape;1104;p18"/>
                  <p:cNvSpPr/>
                  <p:nvPr/>
                </p:nvSpPr>
                <p:spPr>
                  <a:xfrm>
                    <a:off x="4372" y="1431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5" name="Google Shape;1105;p18"/>
                  <p:cNvSpPr/>
                  <p:nvPr/>
                </p:nvSpPr>
                <p:spPr>
                  <a:xfrm>
                    <a:off x="4367" y="1434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6" name="Google Shape;1106;p18"/>
                  <p:cNvSpPr/>
                  <p:nvPr/>
                </p:nvSpPr>
                <p:spPr>
                  <a:xfrm>
                    <a:off x="4361" y="1436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7" name="Google Shape;1107;p18"/>
                  <p:cNvSpPr/>
                  <p:nvPr/>
                </p:nvSpPr>
                <p:spPr>
                  <a:xfrm>
                    <a:off x="4356" y="1439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8" name="Google Shape;1108;p18"/>
                  <p:cNvSpPr/>
                  <p:nvPr/>
                </p:nvSpPr>
                <p:spPr>
                  <a:xfrm>
                    <a:off x="4349" y="1441"/>
                    <a:ext cx="3" cy="1"/>
                  </a:xfrm>
                  <a:custGeom>
                    <a:rect b="b" l="l" r="r" t="t"/>
                    <a:pathLst>
                      <a:path extrusionOk="0" h="1" w="3">
                        <a:moveTo>
                          <a:pt x="1" y="0"/>
                        </a:move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9" name="Google Shape;1109;p18"/>
                  <p:cNvSpPr/>
                  <p:nvPr/>
                </p:nvSpPr>
                <p:spPr>
                  <a:xfrm>
                    <a:off x="4344" y="1444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0" name="Google Shape;1110;p18"/>
                  <p:cNvSpPr/>
                  <p:nvPr/>
                </p:nvSpPr>
                <p:spPr>
                  <a:xfrm>
                    <a:off x="4338" y="1446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11" name="Google Shape;1111;p18"/>
              <p:cNvGrpSpPr/>
              <p:nvPr/>
            </p:nvGrpSpPr>
            <p:grpSpPr>
              <a:xfrm>
                <a:off x="4267" y="1378"/>
                <a:ext cx="47" cy="19"/>
                <a:chOff x="4267" y="1378"/>
                <a:chExt cx="47" cy="19"/>
              </a:xfrm>
            </p:grpSpPr>
            <p:sp>
              <p:nvSpPr>
                <p:cNvPr id="1112" name="Google Shape;1112;p18"/>
                <p:cNvSpPr/>
                <p:nvPr/>
              </p:nvSpPr>
              <p:spPr>
                <a:xfrm>
                  <a:off x="4267" y="1378"/>
                  <a:ext cx="47" cy="19"/>
                </a:xfrm>
                <a:custGeom>
                  <a:rect b="b" l="l" r="r" t="t"/>
                  <a:pathLst>
                    <a:path extrusionOk="0" h="19" w="47">
                      <a:moveTo>
                        <a:pt x="41" y="0"/>
                      </a:moveTo>
                      <a:lnTo>
                        <a:pt x="0" y="18"/>
                      </a:lnTo>
                      <a:lnTo>
                        <a:pt x="46" y="18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5F5F5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13" name="Google Shape;1113;p18"/>
                <p:cNvGrpSpPr/>
                <p:nvPr/>
              </p:nvGrpSpPr>
              <p:grpSpPr>
                <a:xfrm>
                  <a:off x="4272" y="1380"/>
                  <a:ext cx="35" cy="15"/>
                  <a:chOff x="4272" y="1380"/>
                  <a:chExt cx="35" cy="15"/>
                </a:xfrm>
              </p:grpSpPr>
              <p:sp>
                <p:nvSpPr>
                  <p:cNvPr id="1114" name="Google Shape;1114;p18"/>
                  <p:cNvSpPr/>
                  <p:nvPr/>
                </p:nvSpPr>
                <p:spPr>
                  <a:xfrm>
                    <a:off x="4306" y="1380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5" name="Google Shape;1115;p18"/>
                  <p:cNvSpPr/>
                  <p:nvPr/>
                </p:nvSpPr>
                <p:spPr>
                  <a:xfrm>
                    <a:off x="4300" y="1382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0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6" name="Google Shape;1116;p18"/>
                  <p:cNvSpPr/>
                  <p:nvPr/>
                </p:nvSpPr>
                <p:spPr>
                  <a:xfrm>
                    <a:off x="4296" y="1384"/>
                    <a:ext cx="1" cy="2"/>
                  </a:xfrm>
                  <a:custGeom>
                    <a:rect b="b" l="l" r="r" t="t"/>
                    <a:pathLst>
                      <a:path extrusionOk="0" h="2" w="1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7" name="Google Shape;1117;p18"/>
                  <p:cNvSpPr/>
                  <p:nvPr/>
                </p:nvSpPr>
                <p:spPr>
                  <a:xfrm>
                    <a:off x="4292" y="1386"/>
                    <a:ext cx="1" cy="2"/>
                  </a:xfrm>
                  <a:custGeom>
                    <a:rect b="b" l="l" r="r" t="t"/>
                    <a:pathLst>
                      <a:path extrusionOk="0" h="2" w="1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8" name="Google Shape;1118;p18"/>
                  <p:cNvSpPr/>
                  <p:nvPr/>
                </p:nvSpPr>
                <p:spPr>
                  <a:xfrm>
                    <a:off x="4287" y="1388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9" name="Google Shape;1119;p18"/>
                  <p:cNvSpPr/>
                  <p:nvPr/>
                </p:nvSpPr>
                <p:spPr>
                  <a:xfrm>
                    <a:off x="4282" y="1390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0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18"/>
                  <p:cNvSpPr/>
                  <p:nvPr/>
                </p:nvSpPr>
                <p:spPr>
                  <a:xfrm>
                    <a:off x="4278" y="1392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0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1" name="Google Shape;1121;p18"/>
                  <p:cNvSpPr/>
                  <p:nvPr/>
                </p:nvSpPr>
                <p:spPr>
                  <a:xfrm>
                    <a:off x="4272" y="1394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22" name="Google Shape;1122;p18"/>
              <p:cNvGrpSpPr/>
              <p:nvPr/>
            </p:nvGrpSpPr>
            <p:grpSpPr>
              <a:xfrm>
                <a:off x="4383" y="1423"/>
                <a:ext cx="173" cy="97"/>
                <a:chOff x="4383" y="1423"/>
                <a:chExt cx="173" cy="97"/>
              </a:xfrm>
            </p:grpSpPr>
            <p:grpSp>
              <p:nvGrpSpPr>
                <p:cNvPr id="1123" name="Google Shape;1123;p18"/>
                <p:cNvGrpSpPr/>
                <p:nvPr/>
              </p:nvGrpSpPr>
              <p:grpSpPr>
                <a:xfrm>
                  <a:off x="4383" y="1423"/>
                  <a:ext cx="173" cy="97"/>
                  <a:chOff x="4383" y="1423"/>
                  <a:chExt cx="173" cy="97"/>
                </a:xfrm>
              </p:grpSpPr>
              <p:sp>
                <p:nvSpPr>
                  <p:cNvPr id="1124" name="Google Shape;1124;p18"/>
                  <p:cNvSpPr/>
                  <p:nvPr/>
                </p:nvSpPr>
                <p:spPr>
                  <a:xfrm>
                    <a:off x="4383" y="1423"/>
                    <a:ext cx="173" cy="97"/>
                  </a:xfrm>
                  <a:custGeom>
                    <a:rect b="b" l="l" r="r" t="t"/>
                    <a:pathLst>
                      <a:path extrusionOk="0" h="97" w="173">
                        <a:moveTo>
                          <a:pt x="27" y="96"/>
                        </a:moveTo>
                        <a:lnTo>
                          <a:pt x="0" y="0"/>
                        </a:lnTo>
                        <a:lnTo>
                          <a:pt x="131" y="0"/>
                        </a:lnTo>
                        <a:lnTo>
                          <a:pt x="172" y="96"/>
                        </a:lnTo>
                        <a:lnTo>
                          <a:pt x="27" y="96"/>
                        </a:lnTo>
                      </a:path>
                    </a:pathLst>
                  </a:custGeom>
                  <a:solidFill>
                    <a:srgbClr val="BFBFD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25" name="Google Shape;1125;p18"/>
                  <p:cNvGrpSpPr/>
                  <p:nvPr/>
                </p:nvGrpSpPr>
                <p:grpSpPr>
                  <a:xfrm>
                    <a:off x="4386" y="1436"/>
                    <a:ext cx="166" cy="71"/>
                    <a:chOff x="4386" y="1436"/>
                    <a:chExt cx="166" cy="71"/>
                  </a:xfrm>
                </p:grpSpPr>
                <p:sp>
                  <p:nvSpPr>
                    <p:cNvPr id="1126" name="Google Shape;1126;p18"/>
                    <p:cNvSpPr/>
                    <p:nvPr/>
                  </p:nvSpPr>
                  <p:spPr>
                    <a:xfrm>
                      <a:off x="4386" y="1436"/>
                      <a:ext cx="141" cy="15"/>
                    </a:xfrm>
                    <a:custGeom>
                      <a:rect b="b" l="l" r="r" t="t"/>
                      <a:pathLst>
                        <a:path extrusionOk="0" h="15" w="141">
                          <a:moveTo>
                            <a:pt x="0" y="0"/>
                          </a:moveTo>
                          <a:lnTo>
                            <a:pt x="134" y="0"/>
                          </a:lnTo>
                          <a:lnTo>
                            <a:pt x="140" y="14"/>
                          </a:lnTo>
                          <a:lnTo>
                            <a:pt x="4" y="14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7" name="Google Shape;1127;p18"/>
                    <p:cNvSpPr/>
                    <p:nvPr/>
                  </p:nvSpPr>
                  <p:spPr>
                    <a:xfrm>
                      <a:off x="4393" y="1465"/>
                      <a:ext cx="146" cy="14"/>
                    </a:xfrm>
                    <a:custGeom>
                      <a:rect b="b" l="l" r="r" t="t"/>
                      <a:pathLst>
                        <a:path extrusionOk="0" h="14" w="146">
                          <a:moveTo>
                            <a:pt x="0" y="0"/>
                          </a:moveTo>
                          <a:lnTo>
                            <a:pt x="139" y="0"/>
                          </a:lnTo>
                          <a:lnTo>
                            <a:pt x="145" y="13"/>
                          </a:lnTo>
                          <a:lnTo>
                            <a:pt x="4" y="13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8" name="Google Shape;1128;p18"/>
                    <p:cNvSpPr/>
                    <p:nvPr/>
                  </p:nvSpPr>
                  <p:spPr>
                    <a:xfrm>
                      <a:off x="4402" y="1493"/>
                      <a:ext cx="150" cy="14"/>
                    </a:xfrm>
                    <a:custGeom>
                      <a:rect b="b" l="l" r="r" t="t"/>
                      <a:pathLst>
                        <a:path extrusionOk="0" h="14" w="150">
                          <a:moveTo>
                            <a:pt x="0" y="0"/>
                          </a:moveTo>
                          <a:lnTo>
                            <a:pt x="143" y="0"/>
                          </a:lnTo>
                          <a:lnTo>
                            <a:pt x="149" y="13"/>
                          </a:lnTo>
                          <a:lnTo>
                            <a:pt x="4" y="13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29" name="Google Shape;1129;p18"/>
                <p:cNvGrpSpPr/>
                <p:nvPr/>
              </p:nvGrpSpPr>
              <p:grpSpPr>
                <a:xfrm>
                  <a:off x="4388" y="1427"/>
                  <a:ext cx="156" cy="86"/>
                  <a:chOff x="4388" y="1427"/>
                  <a:chExt cx="156" cy="86"/>
                </a:xfrm>
              </p:grpSpPr>
              <p:grpSp>
                <p:nvGrpSpPr>
                  <p:cNvPr id="1130" name="Google Shape;1130;p18"/>
                  <p:cNvGrpSpPr/>
                  <p:nvPr/>
                </p:nvGrpSpPr>
                <p:grpSpPr>
                  <a:xfrm>
                    <a:off x="4388" y="1428"/>
                    <a:ext cx="26" cy="85"/>
                    <a:chOff x="4388" y="1428"/>
                    <a:chExt cx="26" cy="85"/>
                  </a:xfrm>
                </p:grpSpPr>
                <p:sp>
                  <p:nvSpPr>
                    <p:cNvPr id="1131" name="Google Shape;1131;p18"/>
                    <p:cNvSpPr/>
                    <p:nvPr/>
                  </p:nvSpPr>
                  <p:spPr>
                    <a:xfrm>
                      <a:off x="4388" y="1428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2" name="Google Shape;1132;p18"/>
                    <p:cNvSpPr/>
                    <p:nvPr/>
                  </p:nvSpPr>
                  <p:spPr>
                    <a:xfrm>
                      <a:off x="4391" y="1441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3" name="Google Shape;1133;p18"/>
                    <p:cNvSpPr/>
                    <p:nvPr/>
                  </p:nvSpPr>
                  <p:spPr>
                    <a:xfrm>
                      <a:off x="4394" y="1452"/>
                      <a:ext cx="4" cy="2"/>
                    </a:xfrm>
                    <a:custGeom>
                      <a:rect b="b" l="l" r="r" t="t"/>
                      <a:pathLst>
                        <a:path extrusionOk="0" h="2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4" name="Google Shape;1134;p18"/>
                    <p:cNvSpPr/>
                    <p:nvPr/>
                  </p:nvSpPr>
                  <p:spPr>
                    <a:xfrm>
                      <a:off x="4398" y="1464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5" name="Google Shape;1135;p18"/>
                    <p:cNvSpPr/>
                    <p:nvPr/>
                  </p:nvSpPr>
                  <p:spPr>
                    <a:xfrm>
                      <a:off x="4401" y="1475"/>
                      <a:ext cx="3" cy="3"/>
                    </a:xfrm>
                    <a:custGeom>
                      <a:rect b="b" l="l" r="r" t="t"/>
                      <a:pathLst>
                        <a:path extrusionOk="0" h="3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6" name="Google Shape;1136;p18"/>
                    <p:cNvSpPr/>
                    <p:nvPr/>
                  </p:nvSpPr>
                  <p:spPr>
                    <a:xfrm>
                      <a:off x="4404" y="1487"/>
                      <a:ext cx="3" cy="2"/>
                    </a:xfrm>
                    <a:custGeom>
                      <a:rect b="b" l="l" r="r" t="t"/>
                      <a:pathLst>
                        <a:path extrusionOk="0" h="2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7" name="Google Shape;1137;p18"/>
                    <p:cNvSpPr/>
                    <p:nvPr/>
                  </p:nvSpPr>
                  <p:spPr>
                    <a:xfrm>
                      <a:off x="4408" y="1498"/>
                      <a:ext cx="2" cy="3"/>
                    </a:xfrm>
                    <a:custGeom>
                      <a:rect b="b" l="l" r="r" t="t"/>
                      <a:pathLst>
                        <a:path extrusionOk="0" h="3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8" name="Google Shape;1138;p18"/>
                    <p:cNvSpPr/>
                    <p:nvPr/>
                  </p:nvSpPr>
                  <p:spPr>
                    <a:xfrm>
                      <a:off x="4412" y="1511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39" name="Google Shape;1139;p18"/>
                  <p:cNvGrpSpPr/>
                  <p:nvPr/>
                </p:nvGrpSpPr>
                <p:grpSpPr>
                  <a:xfrm>
                    <a:off x="4510" y="1427"/>
                    <a:ext cx="34" cy="84"/>
                    <a:chOff x="4510" y="1427"/>
                    <a:chExt cx="34" cy="84"/>
                  </a:xfrm>
                </p:grpSpPr>
                <p:sp>
                  <p:nvSpPr>
                    <p:cNvPr id="1140" name="Google Shape;1140;p18"/>
                    <p:cNvSpPr/>
                    <p:nvPr/>
                  </p:nvSpPr>
                  <p:spPr>
                    <a:xfrm>
                      <a:off x="4510" y="1427"/>
                      <a:ext cx="3" cy="2"/>
                    </a:xfrm>
                    <a:custGeom>
                      <a:rect b="b" l="l" r="r" t="t"/>
                      <a:pathLst>
                        <a:path extrusionOk="0" h="2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1" name="Google Shape;1141;p18"/>
                    <p:cNvSpPr/>
                    <p:nvPr/>
                  </p:nvSpPr>
                  <p:spPr>
                    <a:xfrm>
                      <a:off x="4515" y="1439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2" name="Google Shape;1142;p18"/>
                    <p:cNvSpPr/>
                    <p:nvPr/>
                  </p:nvSpPr>
                  <p:spPr>
                    <a:xfrm>
                      <a:off x="4520" y="1450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3" name="Google Shape;1143;p18"/>
                    <p:cNvSpPr/>
                    <p:nvPr/>
                  </p:nvSpPr>
                  <p:spPr>
                    <a:xfrm>
                      <a:off x="4524" y="1462"/>
                      <a:ext cx="3" cy="2"/>
                    </a:xfrm>
                    <a:custGeom>
                      <a:rect b="b" l="l" r="r" t="t"/>
                      <a:pathLst>
                        <a:path extrusionOk="0" h="2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4" name="Google Shape;1144;p18"/>
                    <p:cNvSpPr/>
                    <p:nvPr/>
                  </p:nvSpPr>
                  <p:spPr>
                    <a:xfrm>
                      <a:off x="4529" y="1474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5" name="Google Shape;1145;p18"/>
                    <p:cNvSpPr/>
                    <p:nvPr/>
                  </p:nvSpPr>
                  <p:spPr>
                    <a:xfrm>
                      <a:off x="4537" y="1496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6" name="Google Shape;1146;p18"/>
                    <p:cNvSpPr/>
                    <p:nvPr/>
                  </p:nvSpPr>
                  <p:spPr>
                    <a:xfrm>
                      <a:off x="4542" y="1509"/>
                      <a:ext cx="2" cy="2"/>
                    </a:xfrm>
                    <a:custGeom>
                      <a:rect b="b" l="l" r="r" t="t"/>
                      <a:pathLst>
                        <a:path extrusionOk="0" h="2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7" name="Google Shape;1147;p18"/>
                    <p:cNvSpPr/>
                    <p:nvPr/>
                  </p:nvSpPr>
                  <p:spPr>
                    <a:xfrm>
                      <a:off x="4534" y="1485"/>
                      <a:ext cx="2" cy="3"/>
                    </a:xfrm>
                    <a:custGeom>
                      <a:rect b="b" l="l" r="r" t="t"/>
                      <a:pathLst>
                        <a:path extrusionOk="0" h="3" w="2">
                          <a:moveTo>
                            <a:pt x="1" y="0"/>
                          </a:move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1" y="1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148" name="Google Shape;1148;p18"/>
              <p:cNvGrpSpPr/>
              <p:nvPr/>
            </p:nvGrpSpPr>
            <p:grpSpPr>
              <a:xfrm>
                <a:off x="4488" y="1486"/>
                <a:ext cx="241" cy="137"/>
                <a:chOff x="4488" y="1486"/>
                <a:chExt cx="241" cy="137"/>
              </a:xfrm>
            </p:grpSpPr>
            <p:grpSp>
              <p:nvGrpSpPr>
                <p:cNvPr id="1149" name="Google Shape;1149;p18"/>
                <p:cNvGrpSpPr/>
                <p:nvPr/>
              </p:nvGrpSpPr>
              <p:grpSpPr>
                <a:xfrm>
                  <a:off x="4488" y="1486"/>
                  <a:ext cx="241" cy="137"/>
                  <a:chOff x="4488" y="1486"/>
                  <a:chExt cx="241" cy="137"/>
                </a:xfrm>
              </p:grpSpPr>
              <p:sp>
                <p:nvSpPr>
                  <p:cNvPr id="1150" name="Google Shape;1150;p18"/>
                  <p:cNvSpPr/>
                  <p:nvPr/>
                </p:nvSpPr>
                <p:spPr>
                  <a:xfrm>
                    <a:off x="4488" y="1486"/>
                    <a:ext cx="241" cy="137"/>
                  </a:xfrm>
                  <a:custGeom>
                    <a:rect b="b" l="l" r="r" t="t"/>
                    <a:pathLst>
                      <a:path extrusionOk="0" h="137" w="241">
                        <a:moveTo>
                          <a:pt x="36" y="136"/>
                        </a:moveTo>
                        <a:lnTo>
                          <a:pt x="0" y="0"/>
                        </a:lnTo>
                        <a:lnTo>
                          <a:pt x="181" y="0"/>
                        </a:lnTo>
                        <a:lnTo>
                          <a:pt x="240" y="136"/>
                        </a:lnTo>
                        <a:lnTo>
                          <a:pt x="36" y="136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51" name="Google Shape;1151;p18"/>
                  <p:cNvGrpSpPr/>
                  <p:nvPr/>
                </p:nvGrpSpPr>
                <p:grpSpPr>
                  <a:xfrm>
                    <a:off x="4493" y="1505"/>
                    <a:ext cx="227" cy="94"/>
                    <a:chOff x="4493" y="1505"/>
                    <a:chExt cx="227" cy="94"/>
                  </a:xfrm>
                </p:grpSpPr>
                <p:sp>
                  <p:nvSpPr>
                    <p:cNvPr id="1152" name="Google Shape;1152;p18"/>
                    <p:cNvSpPr/>
                    <p:nvPr/>
                  </p:nvSpPr>
                  <p:spPr>
                    <a:xfrm>
                      <a:off x="4512" y="1579"/>
                      <a:ext cx="208" cy="20"/>
                    </a:xfrm>
                    <a:custGeom>
                      <a:rect b="b" l="l" r="r" t="t"/>
                      <a:pathLst>
                        <a:path extrusionOk="0" h="20" w="208">
                          <a:moveTo>
                            <a:pt x="0" y="0"/>
                          </a:moveTo>
                          <a:lnTo>
                            <a:pt x="199" y="0"/>
                          </a:lnTo>
                          <a:lnTo>
                            <a:pt x="207" y="19"/>
                          </a:lnTo>
                          <a:lnTo>
                            <a:pt x="5" y="1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3" name="Google Shape;1153;p18"/>
                    <p:cNvSpPr/>
                    <p:nvPr/>
                  </p:nvSpPr>
                  <p:spPr>
                    <a:xfrm>
                      <a:off x="4493" y="1505"/>
                      <a:ext cx="195" cy="20"/>
                    </a:xfrm>
                    <a:custGeom>
                      <a:rect b="b" l="l" r="r" t="t"/>
                      <a:pathLst>
                        <a:path extrusionOk="0" h="20" w="195">
                          <a:moveTo>
                            <a:pt x="0" y="0"/>
                          </a:moveTo>
                          <a:lnTo>
                            <a:pt x="185" y="0"/>
                          </a:lnTo>
                          <a:lnTo>
                            <a:pt x="194" y="19"/>
                          </a:lnTo>
                          <a:lnTo>
                            <a:pt x="5" y="1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4" name="Google Shape;1154;p18"/>
                    <p:cNvSpPr/>
                    <p:nvPr/>
                  </p:nvSpPr>
                  <p:spPr>
                    <a:xfrm>
                      <a:off x="4503" y="1543"/>
                      <a:ext cx="201" cy="19"/>
                    </a:xfrm>
                    <a:custGeom>
                      <a:rect b="b" l="l" r="r" t="t"/>
                      <a:pathLst>
                        <a:path extrusionOk="0" h="19" w="201">
                          <a:moveTo>
                            <a:pt x="0" y="0"/>
                          </a:moveTo>
                          <a:lnTo>
                            <a:pt x="192" y="0"/>
                          </a:lnTo>
                          <a:lnTo>
                            <a:pt x="200" y="18"/>
                          </a:lnTo>
                          <a:lnTo>
                            <a:pt x="6" y="1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55" name="Google Shape;1155;p18"/>
                <p:cNvGrpSpPr/>
                <p:nvPr/>
              </p:nvGrpSpPr>
              <p:grpSpPr>
                <a:xfrm>
                  <a:off x="4497" y="1494"/>
                  <a:ext cx="217" cy="119"/>
                  <a:chOff x="4497" y="1494"/>
                  <a:chExt cx="217" cy="119"/>
                </a:xfrm>
              </p:grpSpPr>
              <p:grpSp>
                <p:nvGrpSpPr>
                  <p:cNvPr id="1156" name="Google Shape;1156;p18"/>
                  <p:cNvGrpSpPr/>
                  <p:nvPr/>
                </p:nvGrpSpPr>
                <p:grpSpPr>
                  <a:xfrm>
                    <a:off x="4497" y="1494"/>
                    <a:ext cx="38" cy="119"/>
                    <a:chOff x="4497" y="1494"/>
                    <a:chExt cx="38" cy="119"/>
                  </a:xfrm>
                </p:grpSpPr>
                <p:sp>
                  <p:nvSpPr>
                    <p:cNvPr id="1157" name="Google Shape;1157;p18"/>
                    <p:cNvSpPr/>
                    <p:nvPr/>
                  </p:nvSpPr>
                  <p:spPr>
                    <a:xfrm>
                      <a:off x="4497" y="1494"/>
                      <a:ext cx="3" cy="3"/>
                    </a:xfrm>
                    <a:custGeom>
                      <a:rect b="b" l="l" r="r" t="t"/>
                      <a:pathLst>
                        <a:path extrusionOk="0" h="3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8" name="Google Shape;1158;p18"/>
                    <p:cNvSpPr/>
                    <p:nvPr/>
                  </p:nvSpPr>
                  <p:spPr>
                    <a:xfrm>
                      <a:off x="4501" y="1511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9" name="Google Shape;1159;p18"/>
                    <p:cNvSpPr/>
                    <p:nvPr/>
                  </p:nvSpPr>
                  <p:spPr>
                    <a:xfrm>
                      <a:off x="4507" y="1527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0" name="Google Shape;1160;p18"/>
                    <p:cNvSpPr/>
                    <p:nvPr/>
                  </p:nvSpPr>
                  <p:spPr>
                    <a:xfrm>
                      <a:off x="4511" y="1544"/>
                      <a:ext cx="4" cy="2"/>
                    </a:xfrm>
                    <a:custGeom>
                      <a:rect b="b" l="l" r="r" t="t"/>
                      <a:pathLst>
                        <a:path extrusionOk="0" h="2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1" name="Google Shape;1161;p18"/>
                    <p:cNvSpPr/>
                    <p:nvPr/>
                  </p:nvSpPr>
                  <p:spPr>
                    <a:xfrm>
                      <a:off x="4516" y="1561"/>
                      <a:ext cx="5" cy="3"/>
                    </a:xfrm>
                    <a:custGeom>
                      <a:rect b="b" l="l" r="r" t="t"/>
                      <a:pathLst>
                        <a:path extrusionOk="0" h="3" w="5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2" name="Google Shape;1162;p18"/>
                    <p:cNvSpPr/>
                    <p:nvPr/>
                  </p:nvSpPr>
                  <p:spPr>
                    <a:xfrm>
                      <a:off x="4521" y="1576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3" name="Google Shape;1163;p18"/>
                    <p:cNvSpPr/>
                    <p:nvPr/>
                  </p:nvSpPr>
                  <p:spPr>
                    <a:xfrm>
                      <a:off x="4526" y="1593"/>
                      <a:ext cx="4" cy="2"/>
                    </a:xfrm>
                    <a:custGeom>
                      <a:rect b="b" l="l" r="r" t="t"/>
                      <a:pathLst>
                        <a:path extrusionOk="0" h="2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4" name="Google Shape;1164;p18"/>
                    <p:cNvSpPr/>
                    <p:nvPr/>
                  </p:nvSpPr>
                  <p:spPr>
                    <a:xfrm>
                      <a:off x="4530" y="1610"/>
                      <a:ext cx="5" cy="3"/>
                    </a:xfrm>
                    <a:custGeom>
                      <a:rect b="b" l="l" r="r" t="t"/>
                      <a:pathLst>
                        <a:path extrusionOk="0" h="3" w="5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65" name="Google Shape;1165;p18"/>
                  <p:cNvGrpSpPr/>
                  <p:nvPr/>
                </p:nvGrpSpPr>
                <p:grpSpPr>
                  <a:xfrm>
                    <a:off x="4665" y="1495"/>
                    <a:ext cx="49" cy="117"/>
                    <a:chOff x="4665" y="1495"/>
                    <a:chExt cx="49" cy="117"/>
                  </a:xfrm>
                </p:grpSpPr>
                <p:sp>
                  <p:nvSpPr>
                    <p:cNvPr id="1166" name="Google Shape;1166;p18"/>
                    <p:cNvSpPr/>
                    <p:nvPr/>
                  </p:nvSpPr>
                  <p:spPr>
                    <a:xfrm>
                      <a:off x="4665" y="1495"/>
                      <a:ext cx="3" cy="2"/>
                    </a:xfrm>
                    <a:custGeom>
                      <a:rect b="b" l="l" r="r" t="t"/>
                      <a:pathLst>
                        <a:path extrusionOk="0" h="2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1" y="1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7" name="Google Shape;1167;p18"/>
                    <p:cNvSpPr/>
                    <p:nvPr/>
                  </p:nvSpPr>
                  <p:spPr>
                    <a:xfrm>
                      <a:off x="4672" y="1511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8" name="Google Shape;1168;p18"/>
                    <p:cNvSpPr/>
                    <p:nvPr/>
                  </p:nvSpPr>
                  <p:spPr>
                    <a:xfrm>
                      <a:off x="4678" y="1526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9" name="Google Shape;1169;p18"/>
                    <p:cNvSpPr/>
                    <p:nvPr/>
                  </p:nvSpPr>
                  <p:spPr>
                    <a:xfrm>
                      <a:off x="4686" y="1543"/>
                      <a:ext cx="3" cy="3"/>
                    </a:xfrm>
                    <a:custGeom>
                      <a:rect b="b" l="l" r="r" t="t"/>
                      <a:pathLst>
                        <a:path extrusionOk="0" h="3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0" name="Google Shape;1170;p18"/>
                    <p:cNvSpPr/>
                    <p:nvPr/>
                  </p:nvSpPr>
                  <p:spPr>
                    <a:xfrm>
                      <a:off x="4693" y="1561"/>
                      <a:ext cx="3" cy="3"/>
                    </a:xfrm>
                    <a:custGeom>
                      <a:rect b="b" l="l" r="r" t="t"/>
                      <a:pathLst>
                        <a:path extrusionOk="0" h="3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1" name="Google Shape;1171;p18"/>
                    <p:cNvSpPr/>
                    <p:nvPr/>
                  </p:nvSpPr>
                  <p:spPr>
                    <a:xfrm>
                      <a:off x="4704" y="1591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2" name="Google Shape;1172;p18"/>
                    <p:cNvSpPr/>
                    <p:nvPr/>
                  </p:nvSpPr>
                  <p:spPr>
                    <a:xfrm>
                      <a:off x="4711" y="1609"/>
                      <a:ext cx="3" cy="3"/>
                    </a:xfrm>
                    <a:custGeom>
                      <a:rect b="b" l="l" r="r" t="t"/>
                      <a:pathLst>
                        <a:path extrusionOk="0" h="3" w="3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2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3" name="Google Shape;1173;p18"/>
                    <p:cNvSpPr/>
                    <p:nvPr/>
                  </p:nvSpPr>
                  <p:spPr>
                    <a:xfrm>
                      <a:off x="4699" y="1575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174" name="Google Shape;1174;p18"/>
              <p:cNvGrpSpPr/>
              <p:nvPr/>
            </p:nvGrpSpPr>
            <p:grpSpPr>
              <a:xfrm>
                <a:off x="4524" y="1572"/>
                <a:ext cx="119" cy="51"/>
                <a:chOff x="4524" y="1572"/>
                <a:chExt cx="119" cy="51"/>
              </a:xfrm>
            </p:grpSpPr>
            <p:sp>
              <p:nvSpPr>
                <p:cNvPr id="1175" name="Google Shape;1175;p18"/>
                <p:cNvSpPr/>
                <p:nvPr/>
              </p:nvSpPr>
              <p:spPr>
                <a:xfrm>
                  <a:off x="4524" y="1572"/>
                  <a:ext cx="119" cy="51"/>
                </a:xfrm>
                <a:custGeom>
                  <a:rect b="b" l="l" r="r" t="t"/>
                  <a:pathLst>
                    <a:path extrusionOk="0" h="51" w="119">
                      <a:moveTo>
                        <a:pt x="104" y="0"/>
                      </a:moveTo>
                      <a:lnTo>
                        <a:pt x="0" y="50"/>
                      </a:lnTo>
                      <a:lnTo>
                        <a:pt x="118" y="50"/>
                      </a:lnTo>
                      <a:lnTo>
                        <a:pt x="104" y="0"/>
                      </a:lnTo>
                    </a:path>
                  </a:pathLst>
                </a:custGeom>
                <a:solidFill>
                  <a:srgbClr val="9F9F9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76" name="Google Shape;1176;p18"/>
                <p:cNvGrpSpPr/>
                <p:nvPr/>
              </p:nvGrpSpPr>
              <p:grpSpPr>
                <a:xfrm>
                  <a:off x="4544" y="1580"/>
                  <a:ext cx="77" cy="39"/>
                  <a:chOff x="4544" y="1580"/>
                  <a:chExt cx="77" cy="39"/>
                </a:xfrm>
              </p:grpSpPr>
              <p:sp>
                <p:nvSpPr>
                  <p:cNvPr id="1177" name="Google Shape;1177;p18"/>
                  <p:cNvSpPr/>
                  <p:nvPr/>
                </p:nvSpPr>
                <p:spPr>
                  <a:xfrm>
                    <a:off x="4619" y="1580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8" name="Google Shape;1178;p18"/>
                  <p:cNvSpPr/>
                  <p:nvPr/>
                </p:nvSpPr>
                <p:spPr>
                  <a:xfrm>
                    <a:off x="4608" y="1585"/>
                    <a:ext cx="3" cy="3"/>
                  </a:xfrm>
                  <a:custGeom>
                    <a:rect b="b" l="l" r="r" t="t"/>
                    <a:pathLst>
                      <a:path extrusionOk="0" h="3" w="3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9" name="Google Shape;1179;p18"/>
                  <p:cNvSpPr/>
                  <p:nvPr/>
                </p:nvSpPr>
                <p:spPr>
                  <a:xfrm>
                    <a:off x="4598" y="1591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0" name="Google Shape;1180;p18"/>
                  <p:cNvSpPr/>
                  <p:nvPr/>
                </p:nvSpPr>
                <p:spPr>
                  <a:xfrm>
                    <a:off x="4587" y="1595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1" name="Google Shape;1181;p18"/>
                  <p:cNvSpPr/>
                  <p:nvPr/>
                </p:nvSpPr>
                <p:spPr>
                  <a:xfrm>
                    <a:off x="4576" y="1601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2" name="Google Shape;1182;p18"/>
                  <p:cNvSpPr/>
                  <p:nvPr/>
                </p:nvSpPr>
                <p:spPr>
                  <a:xfrm>
                    <a:off x="4566" y="1606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3" name="Google Shape;1183;p18"/>
                  <p:cNvSpPr/>
                  <p:nvPr/>
                </p:nvSpPr>
                <p:spPr>
                  <a:xfrm>
                    <a:off x="4555" y="1611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4" name="Google Shape;1184;p18"/>
                  <p:cNvSpPr/>
                  <p:nvPr/>
                </p:nvSpPr>
                <p:spPr>
                  <a:xfrm>
                    <a:off x="4544" y="1617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85" name="Google Shape;1185;p18"/>
              <p:cNvGrpSpPr/>
              <p:nvPr/>
            </p:nvGrpSpPr>
            <p:grpSpPr>
              <a:xfrm>
                <a:off x="4409" y="1486"/>
                <a:ext cx="88" cy="34"/>
                <a:chOff x="4409" y="1486"/>
                <a:chExt cx="88" cy="34"/>
              </a:xfrm>
            </p:grpSpPr>
            <p:sp>
              <p:nvSpPr>
                <p:cNvPr id="1186" name="Google Shape;1186;p18"/>
                <p:cNvSpPr/>
                <p:nvPr/>
              </p:nvSpPr>
              <p:spPr>
                <a:xfrm>
                  <a:off x="4409" y="1486"/>
                  <a:ext cx="88" cy="34"/>
                </a:xfrm>
                <a:custGeom>
                  <a:rect b="b" l="l" r="r" t="t"/>
                  <a:pathLst>
                    <a:path extrusionOk="0" h="34" w="88">
                      <a:moveTo>
                        <a:pt x="78" y="0"/>
                      </a:moveTo>
                      <a:lnTo>
                        <a:pt x="0" y="33"/>
                      </a:lnTo>
                      <a:lnTo>
                        <a:pt x="87" y="33"/>
                      </a:lnTo>
                      <a:lnTo>
                        <a:pt x="78" y="0"/>
                      </a:lnTo>
                    </a:path>
                  </a:pathLst>
                </a:custGeom>
                <a:solidFill>
                  <a:srgbClr val="9F9F9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87" name="Google Shape;1187;p18"/>
                <p:cNvGrpSpPr/>
                <p:nvPr/>
              </p:nvGrpSpPr>
              <p:grpSpPr>
                <a:xfrm>
                  <a:off x="4421" y="1490"/>
                  <a:ext cx="64" cy="27"/>
                  <a:chOff x="4421" y="1490"/>
                  <a:chExt cx="64" cy="27"/>
                </a:xfrm>
              </p:grpSpPr>
              <p:sp>
                <p:nvSpPr>
                  <p:cNvPr id="1188" name="Google Shape;1188;p18"/>
                  <p:cNvSpPr/>
                  <p:nvPr/>
                </p:nvSpPr>
                <p:spPr>
                  <a:xfrm>
                    <a:off x="4483" y="1490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9" name="Google Shape;1189;p18"/>
                  <p:cNvSpPr/>
                  <p:nvPr/>
                </p:nvSpPr>
                <p:spPr>
                  <a:xfrm>
                    <a:off x="4475" y="1494"/>
                    <a:ext cx="1" cy="2"/>
                  </a:xfrm>
                  <a:custGeom>
                    <a:rect b="b" l="l" r="r" t="t"/>
                    <a:pathLst>
                      <a:path extrusionOk="0" h="2" w="1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0" name="Google Shape;1190;p18"/>
                  <p:cNvSpPr/>
                  <p:nvPr/>
                </p:nvSpPr>
                <p:spPr>
                  <a:xfrm>
                    <a:off x="4465" y="1497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1" name="Google Shape;1191;p18"/>
                  <p:cNvSpPr/>
                  <p:nvPr/>
                </p:nvSpPr>
                <p:spPr>
                  <a:xfrm>
                    <a:off x="4456" y="1501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18"/>
                  <p:cNvSpPr/>
                  <p:nvPr/>
                </p:nvSpPr>
                <p:spPr>
                  <a:xfrm>
                    <a:off x="4448" y="1504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18"/>
                  <p:cNvSpPr/>
                  <p:nvPr/>
                </p:nvSpPr>
                <p:spPr>
                  <a:xfrm>
                    <a:off x="4439" y="1508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1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18"/>
                  <p:cNvSpPr/>
                  <p:nvPr/>
                </p:nvSpPr>
                <p:spPr>
                  <a:xfrm>
                    <a:off x="4431" y="1512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5" name="Google Shape;1195;p18"/>
                  <p:cNvSpPr/>
                  <p:nvPr/>
                </p:nvSpPr>
                <p:spPr>
                  <a:xfrm>
                    <a:off x="4421" y="1516"/>
                    <a:ext cx="1" cy="1"/>
                  </a:xfrm>
                  <a:custGeom>
                    <a:rect b="b" l="l" r="r" t="t"/>
                    <a:pathLst>
                      <a:path extrusionOk="0" h="1" w="1"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96" name="Google Shape;1196;p18"/>
              <p:cNvGrpSpPr/>
              <p:nvPr/>
            </p:nvGrpSpPr>
            <p:grpSpPr>
              <a:xfrm>
                <a:off x="4629" y="1572"/>
                <a:ext cx="347" cy="192"/>
                <a:chOff x="4629" y="1572"/>
                <a:chExt cx="347" cy="192"/>
              </a:xfrm>
            </p:grpSpPr>
            <p:grpSp>
              <p:nvGrpSpPr>
                <p:cNvPr id="1197" name="Google Shape;1197;p18"/>
                <p:cNvGrpSpPr/>
                <p:nvPr/>
              </p:nvGrpSpPr>
              <p:grpSpPr>
                <a:xfrm>
                  <a:off x="4629" y="1572"/>
                  <a:ext cx="347" cy="192"/>
                  <a:chOff x="4629" y="1572"/>
                  <a:chExt cx="347" cy="192"/>
                </a:xfrm>
              </p:grpSpPr>
              <p:sp>
                <p:nvSpPr>
                  <p:cNvPr id="1198" name="Google Shape;1198;p18"/>
                  <p:cNvSpPr/>
                  <p:nvPr/>
                </p:nvSpPr>
                <p:spPr>
                  <a:xfrm>
                    <a:off x="4629" y="1572"/>
                    <a:ext cx="347" cy="192"/>
                  </a:xfrm>
                  <a:custGeom>
                    <a:rect b="b" l="l" r="r" t="t"/>
                    <a:pathLst>
                      <a:path extrusionOk="0" h="192" w="347">
                        <a:moveTo>
                          <a:pt x="55" y="191"/>
                        </a:moveTo>
                        <a:lnTo>
                          <a:pt x="346" y="191"/>
                        </a:lnTo>
                        <a:lnTo>
                          <a:pt x="260" y="0"/>
                        </a:lnTo>
                        <a:lnTo>
                          <a:pt x="0" y="0"/>
                        </a:lnTo>
                        <a:lnTo>
                          <a:pt x="55" y="191"/>
                        </a:lnTo>
                      </a:path>
                    </a:pathLst>
                  </a:custGeom>
                  <a:solidFill>
                    <a:srgbClr val="DFD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99" name="Google Shape;1199;p18"/>
                  <p:cNvGrpSpPr/>
                  <p:nvPr/>
                </p:nvGrpSpPr>
                <p:grpSpPr>
                  <a:xfrm>
                    <a:off x="4636" y="1596"/>
                    <a:ext cx="327" cy="139"/>
                    <a:chOff x="4636" y="1596"/>
                    <a:chExt cx="327" cy="139"/>
                  </a:xfrm>
                </p:grpSpPr>
                <p:sp>
                  <p:nvSpPr>
                    <p:cNvPr id="1200" name="Google Shape;1200;p18"/>
                    <p:cNvSpPr/>
                    <p:nvPr/>
                  </p:nvSpPr>
                  <p:spPr>
                    <a:xfrm>
                      <a:off x="4636" y="1596"/>
                      <a:ext cx="278" cy="31"/>
                    </a:xfrm>
                    <a:custGeom>
                      <a:rect b="b" l="l" r="r" t="t"/>
                      <a:pathLst>
                        <a:path extrusionOk="0" h="31" w="278">
                          <a:moveTo>
                            <a:pt x="0" y="0"/>
                          </a:moveTo>
                          <a:lnTo>
                            <a:pt x="264" y="0"/>
                          </a:lnTo>
                          <a:lnTo>
                            <a:pt x="277" y="30"/>
                          </a:lnTo>
                          <a:lnTo>
                            <a:pt x="8" y="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1" name="Google Shape;1201;p18"/>
                    <p:cNvSpPr/>
                    <p:nvPr/>
                  </p:nvSpPr>
                  <p:spPr>
                    <a:xfrm>
                      <a:off x="4651" y="1652"/>
                      <a:ext cx="287" cy="29"/>
                    </a:xfrm>
                    <a:custGeom>
                      <a:rect b="b" l="l" r="r" t="t"/>
                      <a:pathLst>
                        <a:path extrusionOk="0" h="29" w="287">
                          <a:moveTo>
                            <a:pt x="0" y="0"/>
                          </a:moveTo>
                          <a:lnTo>
                            <a:pt x="273" y="0"/>
                          </a:lnTo>
                          <a:lnTo>
                            <a:pt x="286" y="28"/>
                          </a:lnTo>
                          <a:lnTo>
                            <a:pt x="8" y="2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2" name="Google Shape;1202;p18"/>
                    <p:cNvSpPr/>
                    <p:nvPr/>
                  </p:nvSpPr>
                  <p:spPr>
                    <a:xfrm>
                      <a:off x="4667" y="1705"/>
                      <a:ext cx="296" cy="30"/>
                    </a:xfrm>
                    <a:custGeom>
                      <a:rect b="b" l="l" r="r" t="t"/>
                      <a:pathLst>
                        <a:path extrusionOk="0" h="30" w="296">
                          <a:moveTo>
                            <a:pt x="0" y="0"/>
                          </a:moveTo>
                          <a:lnTo>
                            <a:pt x="282" y="0"/>
                          </a:lnTo>
                          <a:lnTo>
                            <a:pt x="295" y="29"/>
                          </a:lnTo>
                          <a:lnTo>
                            <a:pt x="8" y="2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B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203" name="Google Shape;1203;p18"/>
                <p:cNvGrpSpPr/>
                <p:nvPr/>
              </p:nvGrpSpPr>
              <p:grpSpPr>
                <a:xfrm>
                  <a:off x="4644" y="1588"/>
                  <a:ext cx="314" cy="157"/>
                  <a:chOff x="4644" y="1588"/>
                  <a:chExt cx="314" cy="157"/>
                </a:xfrm>
              </p:grpSpPr>
              <p:grpSp>
                <p:nvGrpSpPr>
                  <p:cNvPr id="1204" name="Google Shape;1204;p18"/>
                  <p:cNvGrpSpPr/>
                  <p:nvPr/>
                </p:nvGrpSpPr>
                <p:grpSpPr>
                  <a:xfrm>
                    <a:off x="4884" y="1588"/>
                    <a:ext cx="74" cy="156"/>
                    <a:chOff x="4884" y="1588"/>
                    <a:chExt cx="74" cy="156"/>
                  </a:xfrm>
                </p:grpSpPr>
                <p:sp>
                  <p:nvSpPr>
                    <p:cNvPr id="1205" name="Google Shape;1205;p18"/>
                    <p:cNvSpPr/>
                    <p:nvPr/>
                  </p:nvSpPr>
                  <p:spPr>
                    <a:xfrm>
                      <a:off x="4884" y="1588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6" name="Google Shape;1206;p18"/>
                    <p:cNvSpPr/>
                    <p:nvPr/>
                  </p:nvSpPr>
                  <p:spPr>
                    <a:xfrm>
                      <a:off x="4893" y="1611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7" name="Google Shape;1207;p18"/>
                    <p:cNvSpPr/>
                    <p:nvPr/>
                  </p:nvSpPr>
                  <p:spPr>
                    <a:xfrm>
                      <a:off x="4903" y="1631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8" name="Google Shape;1208;p18"/>
                    <p:cNvSpPr/>
                    <p:nvPr/>
                  </p:nvSpPr>
                  <p:spPr>
                    <a:xfrm>
                      <a:off x="4913" y="1653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9" name="Google Shape;1209;p18"/>
                    <p:cNvSpPr/>
                    <p:nvPr/>
                  </p:nvSpPr>
                  <p:spPr>
                    <a:xfrm>
                      <a:off x="4923" y="1675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0" name="Google Shape;1210;p18"/>
                    <p:cNvSpPr/>
                    <p:nvPr/>
                  </p:nvSpPr>
                  <p:spPr>
                    <a:xfrm>
                      <a:off x="4933" y="1696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1" name="Google Shape;1211;p18"/>
                    <p:cNvSpPr/>
                    <p:nvPr/>
                  </p:nvSpPr>
                  <p:spPr>
                    <a:xfrm>
                      <a:off x="4944" y="1718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2" name="Google Shape;1212;p18"/>
                    <p:cNvSpPr/>
                    <p:nvPr/>
                  </p:nvSpPr>
                  <p:spPr>
                    <a:xfrm>
                      <a:off x="4953" y="1741"/>
                      <a:ext cx="5" cy="3"/>
                    </a:xfrm>
                    <a:custGeom>
                      <a:rect b="b" l="l" r="r" t="t"/>
                      <a:pathLst>
                        <a:path extrusionOk="0" h="3" w="5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13" name="Google Shape;1213;p18"/>
                  <p:cNvGrpSpPr/>
                  <p:nvPr/>
                </p:nvGrpSpPr>
                <p:grpSpPr>
                  <a:xfrm>
                    <a:off x="4644" y="1591"/>
                    <a:ext cx="51" cy="154"/>
                    <a:chOff x="4644" y="1591"/>
                    <a:chExt cx="51" cy="154"/>
                  </a:xfrm>
                </p:grpSpPr>
                <p:sp>
                  <p:nvSpPr>
                    <p:cNvPr id="1214" name="Google Shape;1214;p18"/>
                    <p:cNvSpPr/>
                    <p:nvPr/>
                  </p:nvSpPr>
                  <p:spPr>
                    <a:xfrm>
                      <a:off x="4644" y="1591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5" name="Google Shape;1215;p18"/>
                    <p:cNvSpPr/>
                    <p:nvPr/>
                  </p:nvSpPr>
                  <p:spPr>
                    <a:xfrm>
                      <a:off x="4650" y="1613"/>
                      <a:ext cx="6" cy="4"/>
                    </a:xfrm>
                    <a:custGeom>
                      <a:rect b="b" l="l" r="r" t="t"/>
                      <a:pathLst>
                        <a:path extrusionOk="0" h="4" w="6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3"/>
                          </a:lnTo>
                          <a:lnTo>
                            <a:pt x="5" y="3"/>
                          </a:lnTo>
                          <a:lnTo>
                            <a:pt x="5" y="2"/>
                          </a:lnTo>
                          <a:lnTo>
                            <a:pt x="5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6" name="Google Shape;1216;p18"/>
                    <p:cNvSpPr/>
                    <p:nvPr/>
                  </p:nvSpPr>
                  <p:spPr>
                    <a:xfrm>
                      <a:off x="4658" y="1634"/>
                      <a:ext cx="5" cy="4"/>
                    </a:xfrm>
                    <a:custGeom>
                      <a:rect b="b" l="l" r="r" t="t"/>
                      <a:pathLst>
                        <a:path extrusionOk="0" h="4" w="5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7" name="Google Shape;1217;p18"/>
                    <p:cNvSpPr/>
                    <p:nvPr/>
                  </p:nvSpPr>
                  <p:spPr>
                    <a:xfrm>
                      <a:off x="4664" y="1654"/>
                      <a:ext cx="5" cy="5"/>
                    </a:xfrm>
                    <a:custGeom>
                      <a:rect b="b" l="l" r="r" t="t"/>
                      <a:pathLst>
                        <a:path extrusionOk="0" h="5" w="5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4"/>
                          </a:lnTo>
                          <a:lnTo>
                            <a:pt x="2" y="4"/>
                          </a:lnTo>
                          <a:lnTo>
                            <a:pt x="3" y="4"/>
                          </a:lnTo>
                          <a:lnTo>
                            <a:pt x="4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8" name="Google Shape;1218;p18"/>
                    <p:cNvSpPr/>
                    <p:nvPr/>
                  </p:nvSpPr>
                  <p:spPr>
                    <a:xfrm>
                      <a:off x="4671" y="1675"/>
                      <a:ext cx="4" cy="5"/>
                    </a:xfrm>
                    <a:custGeom>
                      <a:rect b="b" l="l" r="r" t="t"/>
                      <a:pathLst>
                        <a:path extrusionOk="0" h="5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4"/>
                          </a:lnTo>
                          <a:lnTo>
                            <a:pt x="2" y="4"/>
                          </a:lnTo>
                          <a:lnTo>
                            <a:pt x="3" y="4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9" name="Google Shape;1219;p18"/>
                    <p:cNvSpPr/>
                    <p:nvPr/>
                  </p:nvSpPr>
                  <p:spPr>
                    <a:xfrm>
                      <a:off x="4677" y="1698"/>
                      <a:ext cx="5" cy="4"/>
                    </a:xfrm>
                    <a:custGeom>
                      <a:rect b="b" l="l" r="r" t="t"/>
                      <a:pathLst>
                        <a:path extrusionOk="0" h="4" w="5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0" name="Google Shape;1220;p18"/>
                    <p:cNvSpPr/>
                    <p:nvPr/>
                  </p:nvSpPr>
                  <p:spPr>
                    <a:xfrm>
                      <a:off x="4682" y="1718"/>
                      <a:ext cx="6" cy="5"/>
                    </a:xfrm>
                    <a:custGeom>
                      <a:rect b="b" l="l" r="r" t="t"/>
                      <a:pathLst>
                        <a:path extrusionOk="0" h="5" w="6">
                          <a:moveTo>
                            <a:pt x="3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1" y="4"/>
                          </a:lnTo>
                          <a:lnTo>
                            <a:pt x="2" y="4"/>
                          </a:lnTo>
                          <a:lnTo>
                            <a:pt x="3" y="4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5" y="2"/>
                          </a:lnTo>
                          <a:lnTo>
                            <a:pt x="5" y="1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1" name="Google Shape;1221;p18"/>
                    <p:cNvSpPr/>
                    <p:nvPr/>
                  </p:nvSpPr>
                  <p:spPr>
                    <a:xfrm>
                      <a:off x="4691" y="1742"/>
                      <a:ext cx="4" cy="3"/>
                    </a:xfrm>
                    <a:custGeom>
                      <a:rect b="b" l="l" r="r" t="t"/>
                      <a:pathLst>
                        <a:path extrusionOk="0" h="3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222" name="Google Shape;1222;p18"/>
              <p:cNvGrpSpPr/>
              <p:nvPr/>
            </p:nvGrpSpPr>
            <p:grpSpPr>
              <a:xfrm>
                <a:off x="4223" y="1345"/>
                <a:ext cx="34" cy="15"/>
                <a:chOff x="4223" y="1345"/>
                <a:chExt cx="34" cy="15"/>
              </a:xfrm>
            </p:grpSpPr>
            <p:sp>
              <p:nvSpPr>
                <p:cNvPr id="1223" name="Google Shape;1223;p18"/>
                <p:cNvSpPr/>
                <p:nvPr/>
              </p:nvSpPr>
              <p:spPr>
                <a:xfrm>
                  <a:off x="4223" y="1345"/>
                  <a:ext cx="34" cy="15"/>
                </a:xfrm>
                <a:custGeom>
                  <a:rect b="b" l="l" r="r" t="t"/>
                  <a:pathLst>
                    <a:path extrusionOk="0" h="15" w="34">
                      <a:moveTo>
                        <a:pt x="29" y="0"/>
                      </a:moveTo>
                      <a:lnTo>
                        <a:pt x="0" y="14"/>
                      </a:lnTo>
                      <a:lnTo>
                        <a:pt x="33" y="14"/>
                      </a:lnTo>
                      <a:lnTo>
                        <a:pt x="29" y="0"/>
                      </a:lnTo>
                    </a:path>
                  </a:pathLst>
                </a:custGeom>
                <a:solidFill>
                  <a:srgbClr val="5F5F5F"/>
                </a:solidFill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24" name="Google Shape;1224;p18"/>
                <p:cNvGrpSpPr/>
                <p:nvPr/>
              </p:nvGrpSpPr>
              <p:grpSpPr>
                <a:xfrm>
                  <a:off x="4228" y="1346"/>
                  <a:ext cx="24" cy="11"/>
                  <a:chOff x="4228" y="1346"/>
                  <a:chExt cx="24" cy="11"/>
                </a:xfrm>
              </p:grpSpPr>
              <p:sp>
                <p:nvSpPr>
                  <p:cNvPr id="1225" name="Google Shape;1225;p18"/>
                  <p:cNvSpPr/>
                  <p:nvPr/>
                </p:nvSpPr>
                <p:spPr>
                  <a:xfrm>
                    <a:off x="4250" y="1346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1"/>
                        </a:move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6" name="Google Shape;1226;p18"/>
                  <p:cNvSpPr/>
                  <p:nvPr/>
                </p:nvSpPr>
                <p:spPr>
                  <a:xfrm>
                    <a:off x="4247" y="1347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1"/>
                        </a:move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7" name="Google Shape;1227;p18"/>
                  <p:cNvSpPr/>
                  <p:nvPr/>
                </p:nvSpPr>
                <p:spPr>
                  <a:xfrm>
                    <a:off x="4243" y="1348"/>
                    <a:ext cx="3" cy="2"/>
                  </a:xfrm>
                  <a:custGeom>
                    <a:rect b="b" l="l" r="r" t="t"/>
                    <a:pathLst>
                      <a:path extrusionOk="0" h="2" w="3">
                        <a:moveTo>
                          <a:pt x="1" y="1"/>
                        </a:moveTo>
                        <a:lnTo>
                          <a:pt x="2" y="1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8" name="Google Shape;1228;p18"/>
                  <p:cNvSpPr/>
                  <p:nvPr/>
                </p:nvSpPr>
                <p:spPr>
                  <a:xfrm>
                    <a:off x="4240" y="1350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1"/>
                        </a:move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9" name="Google Shape;1229;p18"/>
                  <p:cNvSpPr/>
                  <p:nvPr/>
                </p:nvSpPr>
                <p:spPr>
                  <a:xfrm>
                    <a:off x="4238" y="1351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1"/>
                        </a:move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0" name="Google Shape;1230;p18"/>
                  <p:cNvSpPr/>
                  <p:nvPr/>
                </p:nvSpPr>
                <p:spPr>
                  <a:xfrm>
                    <a:off x="4235" y="1353"/>
                    <a:ext cx="2" cy="1"/>
                  </a:xfrm>
                  <a:custGeom>
                    <a:rect b="b" l="l" r="r" t="t"/>
                    <a:pathLst>
                      <a:path extrusionOk="0" h="1" w="2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1" name="Google Shape;1231;p18"/>
                  <p:cNvSpPr/>
                  <p:nvPr/>
                </p:nvSpPr>
                <p:spPr>
                  <a:xfrm>
                    <a:off x="4232" y="1354"/>
                    <a:ext cx="2" cy="2"/>
                  </a:xfrm>
                  <a:custGeom>
                    <a:rect b="b" l="l" r="r" t="t"/>
                    <a:pathLst>
                      <a:path extrusionOk="0" h="2" w="2">
                        <a:moveTo>
                          <a:pt x="0" y="1"/>
                        </a:moveTo>
                        <a:lnTo>
                          <a:pt x="1" y="1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2" name="Google Shape;1232;p18"/>
                  <p:cNvSpPr/>
                  <p:nvPr/>
                </p:nvSpPr>
                <p:spPr>
                  <a:xfrm>
                    <a:off x="4228" y="1355"/>
                    <a:ext cx="3" cy="2"/>
                  </a:xfrm>
                  <a:custGeom>
                    <a:rect b="b" l="l" r="r" t="t"/>
                    <a:pathLst>
                      <a:path extrusionOk="0" h="2" w="3">
                        <a:moveTo>
                          <a:pt x="2" y="1"/>
                        </a:move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1" y="1"/>
                        </a:lnTo>
                        <a:lnTo>
                          <a:pt x="2" y="1"/>
                        </a:ln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33" name="Google Shape;1233;p18"/>
              <p:cNvGrpSpPr/>
              <p:nvPr/>
            </p:nvGrpSpPr>
            <p:grpSpPr>
              <a:xfrm>
                <a:off x="4683" y="1763"/>
                <a:ext cx="466" cy="137"/>
                <a:chOff x="4683" y="1763"/>
                <a:chExt cx="466" cy="137"/>
              </a:xfrm>
            </p:grpSpPr>
            <p:grpSp>
              <p:nvGrpSpPr>
                <p:cNvPr id="1234" name="Google Shape;1234;p18"/>
                <p:cNvGrpSpPr/>
                <p:nvPr/>
              </p:nvGrpSpPr>
              <p:grpSpPr>
                <a:xfrm>
                  <a:off x="4683" y="1763"/>
                  <a:ext cx="466" cy="137"/>
                  <a:chOff x="4683" y="1763"/>
                  <a:chExt cx="466" cy="137"/>
                </a:xfrm>
              </p:grpSpPr>
              <p:sp>
                <p:nvSpPr>
                  <p:cNvPr id="1235" name="Google Shape;1235;p18"/>
                  <p:cNvSpPr/>
                  <p:nvPr/>
                </p:nvSpPr>
                <p:spPr>
                  <a:xfrm>
                    <a:off x="4683" y="1763"/>
                    <a:ext cx="466" cy="137"/>
                  </a:xfrm>
                  <a:custGeom>
                    <a:rect b="b" l="l" r="r" t="t"/>
                    <a:pathLst>
                      <a:path extrusionOk="0" h="137" w="466">
                        <a:moveTo>
                          <a:pt x="0" y="0"/>
                        </a:moveTo>
                        <a:lnTo>
                          <a:pt x="292" y="0"/>
                        </a:lnTo>
                        <a:lnTo>
                          <a:pt x="465" y="136"/>
                        </a:lnTo>
                        <a:lnTo>
                          <a:pt x="96" y="13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236" name="Google Shape;1236;p18"/>
                  <p:cNvGrpSpPr/>
                  <p:nvPr/>
                </p:nvGrpSpPr>
                <p:grpSpPr>
                  <a:xfrm>
                    <a:off x="4695" y="1779"/>
                    <a:ext cx="427" cy="101"/>
                    <a:chOff x="4695" y="1779"/>
                    <a:chExt cx="427" cy="101"/>
                  </a:xfrm>
                </p:grpSpPr>
                <p:sp>
                  <p:nvSpPr>
                    <p:cNvPr id="1237" name="Google Shape;1237;p18"/>
                    <p:cNvSpPr/>
                    <p:nvPr/>
                  </p:nvSpPr>
                  <p:spPr>
                    <a:xfrm>
                      <a:off x="4695" y="1779"/>
                      <a:ext cx="323" cy="17"/>
                    </a:xfrm>
                    <a:custGeom>
                      <a:rect b="b" l="l" r="r" t="t"/>
                      <a:pathLst>
                        <a:path extrusionOk="0" h="17" w="323">
                          <a:moveTo>
                            <a:pt x="0" y="0"/>
                          </a:moveTo>
                          <a:lnTo>
                            <a:pt x="301" y="0"/>
                          </a:lnTo>
                          <a:lnTo>
                            <a:pt x="322" y="16"/>
                          </a:lnTo>
                          <a:lnTo>
                            <a:pt x="12" y="1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8" name="Google Shape;1238;p18"/>
                    <p:cNvSpPr/>
                    <p:nvPr/>
                  </p:nvSpPr>
                  <p:spPr>
                    <a:xfrm>
                      <a:off x="4750" y="1858"/>
                      <a:ext cx="372" cy="22"/>
                    </a:xfrm>
                    <a:custGeom>
                      <a:rect b="b" l="l" r="r" t="t"/>
                      <a:pathLst>
                        <a:path extrusionOk="0" h="22" w="372">
                          <a:moveTo>
                            <a:pt x="0" y="0"/>
                          </a:moveTo>
                          <a:lnTo>
                            <a:pt x="346" y="0"/>
                          </a:lnTo>
                          <a:lnTo>
                            <a:pt x="371" y="21"/>
                          </a:lnTo>
                          <a:lnTo>
                            <a:pt x="14" y="2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39" name="Google Shape;1239;p18"/>
                    <p:cNvSpPr/>
                    <p:nvPr/>
                  </p:nvSpPr>
                  <p:spPr>
                    <a:xfrm>
                      <a:off x="4722" y="1816"/>
                      <a:ext cx="348" cy="22"/>
                    </a:xfrm>
                    <a:custGeom>
                      <a:rect b="b" l="l" r="r" t="t"/>
                      <a:pathLst>
                        <a:path extrusionOk="0" h="22" w="348">
                          <a:moveTo>
                            <a:pt x="0" y="0"/>
                          </a:moveTo>
                          <a:lnTo>
                            <a:pt x="321" y="0"/>
                          </a:lnTo>
                          <a:lnTo>
                            <a:pt x="347" y="21"/>
                          </a:lnTo>
                          <a:lnTo>
                            <a:pt x="15" y="2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DFFFBF"/>
                    </a:solidFill>
                    <a:ln cap="rnd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240" name="Google Shape;1240;p18"/>
                <p:cNvGrpSpPr/>
                <p:nvPr/>
              </p:nvGrpSpPr>
              <p:grpSpPr>
                <a:xfrm>
                  <a:off x="4699" y="1768"/>
                  <a:ext cx="426" cy="123"/>
                  <a:chOff x="4699" y="1768"/>
                  <a:chExt cx="426" cy="123"/>
                </a:xfrm>
              </p:grpSpPr>
              <p:grpSp>
                <p:nvGrpSpPr>
                  <p:cNvPr id="1241" name="Google Shape;1241;p18"/>
                  <p:cNvGrpSpPr/>
                  <p:nvPr/>
                </p:nvGrpSpPr>
                <p:grpSpPr>
                  <a:xfrm>
                    <a:off x="4699" y="1770"/>
                    <a:ext cx="85" cy="121"/>
                    <a:chOff x="4699" y="1770"/>
                    <a:chExt cx="85" cy="121"/>
                  </a:xfrm>
                </p:grpSpPr>
                <p:sp>
                  <p:nvSpPr>
                    <p:cNvPr id="1242" name="Google Shape;1242;p18"/>
                    <p:cNvSpPr/>
                    <p:nvPr/>
                  </p:nvSpPr>
                  <p:spPr>
                    <a:xfrm>
                      <a:off x="4699" y="1770"/>
                      <a:ext cx="5" cy="4"/>
                    </a:xfrm>
                    <a:custGeom>
                      <a:rect b="b" l="l" r="r" t="t"/>
                      <a:pathLst>
                        <a:path extrusionOk="0" h="4" w="5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3" name="Google Shape;1243;p18"/>
                    <p:cNvSpPr/>
                    <p:nvPr/>
                  </p:nvSpPr>
                  <p:spPr>
                    <a:xfrm>
                      <a:off x="4712" y="1790"/>
                      <a:ext cx="5" cy="3"/>
                    </a:xfrm>
                    <a:custGeom>
                      <a:rect b="b" l="l" r="r" t="t"/>
                      <a:pathLst>
                        <a:path extrusionOk="0" h="3" w="5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4" name="Google Shape;1244;p18"/>
                    <p:cNvSpPr/>
                    <p:nvPr/>
                  </p:nvSpPr>
                  <p:spPr>
                    <a:xfrm>
                      <a:off x="4725" y="1808"/>
                      <a:ext cx="4" cy="5"/>
                    </a:xfrm>
                    <a:custGeom>
                      <a:rect b="b" l="l" r="r" t="t"/>
                      <a:pathLst>
                        <a:path extrusionOk="0" h="5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0" y="4"/>
                          </a:lnTo>
                          <a:lnTo>
                            <a:pt x="1" y="4"/>
                          </a:lnTo>
                          <a:lnTo>
                            <a:pt x="2" y="4"/>
                          </a:lnTo>
                          <a:lnTo>
                            <a:pt x="3" y="4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5" name="Google Shape;1245;p18"/>
                    <p:cNvSpPr/>
                    <p:nvPr/>
                  </p:nvSpPr>
                  <p:spPr>
                    <a:xfrm>
                      <a:off x="4739" y="1828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6" name="Google Shape;1246;p18"/>
                    <p:cNvSpPr/>
                    <p:nvPr/>
                  </p:nvSpPr>
                  <p:spPr>
                    <a:xfrm>
                      <a:off x="4753" y="1848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7" name="Google Shape;1247;p18"/>
                    <p:cNvSpPr/>
                    <p:nvPr/>
                  </p:nvSpPr>
                  <p:spPr>
                    <a:xfrm>
                      <a:off x="4765" y="1867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8" name="Google Shape;1248;p18"/>
                    <p:cNvSpPr/>
                    <p:nvPr/>
                  </p:nvSpPr>
                  <p:spPr>
                    <a:xfrm>
                      <a:off x="4780" y="1887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49" name="Google Shape;1249;p18"/>
                  <p:cNvGrpSpPr/>
                  <p:nvPr/>
                </p:nvGrpSpPr>
                <p:grpSpPr>
                  <a:xfrm>
                    <a:off x="4972" y="1768"/>
                    <a:ext cx="153" cy="123"/>
                    <a:chOff x="4972" y="1768"/>
                    <a:chExt cx="153" cy="123"/>
                  </a:xfrm>
                </p:grpSpPr>
                <p:sp>
                  <p:nvSpPr>
                    <p:cNvPr id="1250" name="Google Shape;1250;p18"/>
                    <p:cNvSpPr/>
                    <p:nvPr/>
                  </p:nvSpPr>
                  <p:spPr>
                    <a:xfrm>
                      <a:off x="4972" y="1768"/>
                      <a:ext cx="6" cy="4"/>
                    </a:xfrm>
                    <a:custGeom>
                      <a:rect b="b" l="l" r="r" t="t"/>
                      <a:pathLst>
                        <a:path extrusionOk="0" h="4" w="6">
                          <a:moveTo>
                            <a:pt x="3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3"/>
                          </a:lnTo>
                          <a:lnTo>
                            <a:pt x="5" y="2"/>
                          </a:lnTo>
                          <a:lnTo>
                            <a:pt x="5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1" name="Google Shape;1251;p18"/>
                    <p:cNvSpPr/>
                    <p:nvPr/>
                  </p:nvSpPr>
                  <p:spPr>
                    <a:xfrm>
                      <a:off x="4996" y="1786"/>
                      <a:ext cx="5" cy="5"/>
                    </a:xfrm>
                    <a:custGeom>
                      <a:rect b="b" l="l" r="r" t="t"/>
                      <a:pathLst>
                        <a:path extrusionOk="0" h="5" w="5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4"/>
                          </a:lnTo>
                          <a:lnTo>
                            <a:pt x="2" y="4"/>
                          </a:lnTo>
                          <a:lnTo>
                            <a:pt x="3" y="4"/>
                          </a:lnTo>
                          <a:lnTo>
                            <a:pt x="4" y="4"/>
                          </a:lnTo>
                          <a:lnTo>
                            <a:pt x="4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2" name="Google Shape;1252;p18"/>
                    <p:cNvSpPr/>
                    <p:nvPr/>
                  </p:nvSpPr>
                  <p:spPr>
                    <a:xfrm>
                      <a:off x="5020" y="1805"/>
                      <a:ext cx="4" cy="4"/>
                    </a:xfrm>
                    <a:custGeom>
                      <a:rect b="b" l="l" r="r" t="t"/>
                      <a:pathLst>
                        <a:path extrusionOk="0" h="4" w="4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3" y="2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3" name="Google Shape;1253;p18"/>
                    <p:cNvSpPr/>
                    <p:nvPr/>
                  </p:nvSpPr>
                  <p:spPr>
                    <a:xfrm>
                      <a:off x="5047" y="1826"/>
                      <a:ext cx="6" cy="4"/>
                    </a:xfrm>
                    <a:custGeom>
                      <a:rect b="b" l="l" r="r" t="t"/>
                      <a:pathLst>
                        <a:path extrusionOk="0" h="4" w="6">
                          <a:moveTo>
                            <a:pt x="3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1" y="1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3"/>
                          </a:lnTo>
                          <a:lnTo>
                            <a:pt x="5" y="2"/>
                          </a:lnTo>
                          <a:lnTo>
                            <a:pt x="5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4" name="Google Shape;1254;p18"/>
                    <p:cNvSpPr/>
                    <p:nvPr/>
                  </p:nvSpPr>
                  <p:spPr>
                    <a:xfrm>
                      <a:off x="5071" y="1847"/>
                      <a:ext cx="5" cy="4"/>
                    </a:xfrm>
                    <a:custGeom>
                      <a:rect b="b" l="l" r="r" t="t"/>
                      <a:pathLst>
                        <a:path extrusionOk="0" h="4" w="5">
                          <a:moveTo>
                            <a:pt x="2" y="0"/>
                          </a:move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5" name="Google Shape;1255;p18"/>
                    <p:cNvSpPr/>
                    <p:nvPr/>
                  </p:nvSpPr>
                  <p:spPr>
                    <a:xfrm>
                      <a:off x="5096" y="1867"/>
                      <a:ext cx="5" cy="3"/>
                    </a:xfrm>
                    <a:custGeom>
                      <a:rect b="b" l="l" r="r" t="t"/>
                      <a:pathLst>
                        <a:path extrusionOk="0" h="3" w="5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0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1" y="2"/>
                          </a:lnTo>
                          <a:lnTo>
                            <a:pt x="2" y="2"/>
                          </a:lnTo>
                          <a:lnTo>
                            <a:pt x="3" y="2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4" y="0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56" name="Google Shape;1256;p18"/>
                    <p:cNvSpPr/>
                    <p:nvPr/>
                  </p:nvSpPr>
                  <p:spPr>
                    <a:xfrm>
                      <a:off x="5120" y="1887"/>
                      <a:ext cx="5" cy="4"/>
                    </a:xfrm>
                    <a:custGeom>
                      <a:rect b="b" l="l" r="r" t="t"/>
                      <a:pathLst>
                        <a:path extrusionOk="0" h="4" w="5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1" y="0"/>
                          </a:lnTo>
                          <a:lnTo>
                            <a:pt x="0" y="1"/>
                          </a:lnTo>
                          <a:lnTo>
                            <a:pt x="0" y="2"/>
                          </a:lnTo>
                          <a:lnTo>
                            <a:pt x="0" y="3"/>
                          </a:lnTo>
                          <a:lnTo>
                            <a:pt x="1" y="3"/>
                          </a:lnTo>
                          <a:lnTo>
                            <a:pt x="2" y="3"/>
                          </a:lnTo>
                          <a:lnTo>
                            <a:pt x="3" y="3"/>
                          </a:lnTo>
                          <a:lnTo>
                            <a:pt x="4" y="2"/>
                          </a:lnTo>
                          <a:lnTo>
                            <a:pt x="4" y="1"/>
                          </a:lnTo>
                          <a:lnTo>
                            <a:pt x="3" y="0"/>
                          </a:lnTo>
                          <a:lnTo>
                            <a:pt x="2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</p:grpSp>
      <p:pic>
        <p:nvPicPr>
          <p:cNvPr id="1257" name="Google Shape;1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2895600"/>
            <a:ext cx="1060450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18"/>
          <p:cNvSpPr/>
          <p:nvPr/>
        </p:nvSpPr>
        <p:spPr>
          <a:xfrm>
            <a:off x="3117851" y="3522664"/>
            <a:ext cx="1477963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19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Distributed Systems?</a:t>
            </a:r>
            <a:endParaRPr/>
          </a:p>
        </p:txBody>
      </p:sp>
      <p:sp>
        <p:nvSpPr>
          <p:cNvPr id="1266" name="Google Shape;1266;p19"/>
          <p:cNvSpPr txBox="1"/>
          <p:nvPr>
            <p:ph idx="1" type="body"/>
          </p:nvPr>
        </p:nvSpPr>
        <p:spPr>
          <a:xfrm>
            <a:off x="1752600" y="1636295"/>
            <a:ext cx="8229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Application Integration  and Distributed Processing  are the same thing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Constructing information-sharing distributed systems from diverse sources: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heterogeneous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networked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physically disparate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multi-vendor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267" name="Google Shape;1267;p19"/>
          <p:cNvPicPr preferRelativeResize="0"/>
          <p:nvPr/>
        </p:nvPicPr>
        <p:blipFill rotWithShape="1">
          <a:blip r:embed="rId3">
            <a:alphaModFix/>
          </a:blip>
          <a:srcRect b="30527" l="30991" r="28775" t="26115"/>
          <a:stretch/>
        </p:blipFill>
        <p:spPr>
          <a:xfrm>
            <a:off x="7594601" y="2973388"/>
            <a:ext cx="1527175" cy="121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19"/>
          <p:cNvPicPr preferRelativeResize="0"/>
          <p:nvPr/>
        </p:nvPicPr>
        <p:blipFill rotWithShape="1">
          <a:blip r:embed="rId4">
            <a:alphaModFix/>
          </a:blip>
          <a:srcRect b="27496" l="27864" r="26971" t="14320"/>
          <a:stretch/>
        </p:blipFill>
        <p:spPr>
          <a:xfrm>
            <a:off x="5213351" y="3062288"/>
            <a:ext cx="1363663" cy="112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4191000"/>
            <a:ext cx="2008188" cy="1074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19"/>
          <p:cNvPicPr preferRelativeResize="0"/>
          <p:nvPr/>
        </p:nvPicPr>
        <p:blipFill rotWithShape="1">
          <a:blip r:embed="rId6">
            <a:alphaModFix/>
          </a:blip>
          <a:srcRect b="26859" l="26799" r="22481" t="23562"/>
          <a:stretch/>
        </p:blipFill>
        <p:spPr>
          <a:xfrm>
            <a:off x="4648200" y="4800601"/>
            <a:ext cx="1454150" cy="93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19"/>
          <p:cNvPicPr preferRelativeResize="0"/>
          <p:nvPr/>
        </p:nvPicPr>
        <p:blipFill rotWithShape="1">
          <a:blip r:embed="rId7">
            <a:alphaModFix/>
          </a:blip>
          <a:srcRect b="29965" l="28406" r="28664" t="21576"/>
          <a:stretch/>
        </p:blipFill>
        <p:spPr>
          <a:xfrm>
            <a:off x="7634288" y="4692650"/>
            <a:ext cx="1600200" cy="10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0"/>
          <p:cNvSpPr txBox="1"/>
          <p:nvPr>
            <p:ph type="title"/>
          </p:nvPr>
        </p:nvSpPr>
        <p:spPr>
          <a:xfrm>
            <a:off x="2362200" y="769183"/>
            <a:ext cx="10515600" cy="51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9825">
            <a:spAutoFit/>
          </a:bodyPr>
          <a:lstStyle/>
          <a:p>
            <a:pPr indent="-1992629" lvl="0" marL="1992629" marR="508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CENTRALIZED VS. DISTRIBUTED  COMPUTING</a:t>
            </a:r>
            <a:endParaRPr sz="3200"/>
          </a:p>
        </p:txBody>
      </p:sp>
      <p:grpSp>
        <p:nvGrpSpPr>
          <p:cNvPr id="1277" name="Google Shape;1277;p20"/>
          <p:cNvGrpSpPr/>
          <p:nvPr/>
        </p:nvGrpSpPr>
        <p:grpSpPr>
          <a:xfrm>
            <a:off x="2712720" y="1733550"/>
            <a:ext cx="2889250" cy="3985260"/>
            <a:chOff x="1188720" y="1733550"/>
            <a:chExt cx="2889250" cy="3985260"/>
          </a:xfrm>
        </p:grpSpPr>
        <p:sp>
          <p:nvSpPr>
            <p:cNvPr id="1278" name="Google Shape;1278;p20"/>
            <p:cNvSpPr/>
            <p:nvPr/>
          </p:nvSpPr>
          <p:spPr>
            <a:xfrm>
              <a:off x="1188720" y="1733550"/>
              <a:ext cx="2889250" cy="3985260"/>
            </a:xfrm>
            <a:custGeom>
              <a:rect b="b" l="l" r="r" t="t"/>
              <a:pathLst>
                <a:path extrusionOk="0" h="3985260" w="2889250">
                  <a:moveTo>
                    <a:pt x="0" y="0"/>
                  </a:moveTo>
                  <a:lnTo>
                    <a:pt x="2889250" y="0"/>
                  </a:lnTo>
                  <a:lnTo>
                    <a:pt x="2889250" y="3985260"/>
                  </a:lnTo>
                  <a:lnTo>
                    <a:pt x="0" y="398526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3017519" y="2496820"/>
              <a:ext cx="914400" cy="1799589"/>
            </a:xfrm>
            <a:custGeom>
              <a:rect b="b" l="l" r="r" t="t"/>
              <a:pathLst>
                <a:path extrusionOk="0" h="1799589" w="914400">
                  <a:moveTo>
                    <a:pt x="914400" y="0"/>
                  </a:moveTo>
                  <a:lnTo>
                    <a:pt x="0" y="0"/>
                  </a:lnTo>
                  <a:lnTo>
                    <a:pt x="0" y="1799589"/>
                  </a:lnTo>
                  <a:lnTo>
                    <a:pt x="914400" y="179958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3017519" y="2496820"/>
              <a:ext cx="914400" cy="1798320"/>
            </a:xfrm>
            <a:custGeom>
              <a:rect b="b" l="l" r="r" t="t"/>
              <a:pathLst>
                <a:path extrusionOk="0" h="17983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798319"/>
                  </a:lnTo>
                  <a:lnTo>
                    <a:pt x="0" y="17983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1494790" y="2399030"/>
              <a:ext cx="302260" cy="375920"/>
            </a:xfrm>
            <a:custGeom>
              <a:rect b="b" l="l" r="r" t="t"/>
              <a:pathLst>
                <a:path extrusionOk="0" h="375919" w="302260">
                  <a:moveTo>
                    <a:pt x="302259" y="0"/>
                  </a:moveTo>
                  <a:lnTo>
                    <a:pt x="0" y="0"/>
                  </a:lnTo>
                  <a:lnTo>
                    <a:pt x="0" y="375920"/>
                  </a:lnTo>
                  <a:lnTo>
                    <a:pt x="302259" y="375920"/>
                  </a:lnTo>
                  <a:lnTo>
                    <a:pt x="302259" y="0"/>
                  </a:lnTo>
                  <a:close/>
                </a:path>
              </a:pathLst>
            </a:custGeom>
            <a:solidFill>
              <a:srgbClr val="9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1494790" y="2399030"/>
              <a:ext cx="302260" cy="375920"/>
            </a:xfrm>
            <a:custGeom>
              <a:rect b="b" l="l" r="r" t="t"/>
              <a:pathLst>
                <a:path extrusionOk="0" h="375919" w="302260">
                  <a:moveTo>
                    <a:pt x="0" y="0"/>
                  </a:moveTo>
                  <a:lnTo>
                    <a:pt x="302259" y="0"/>
                  </a:lnTo>
                  <a:lnTo>
                    <a:pt x="302259" y="375920"/>
                  </a:lnTo>
                  <a:lnTo>
                    <a:pt x="0" y="37592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1376680" y="2724150"/>
              <a:ext cx="537210" cy="88900"/>
            </a:xfrm>
            <a:custGeom>
              <a:rect b="b" l="l" r="r" t="t"/>
              <a:pathLst>
                <a:path extrusionOk="0" h="88900" w="537210">
                  <a:moveTo>
                    <a:pt x="434339" y="0"/>
                  </a:moveTo>
                  <a:lnTo>
                    <a:pt x="102869" y="0"/>
                  </a:lnTo>
                  <a:lnTo>
                    <a:pt x="0" y="88900"/>
                  </a:lnTo>
                  <a:lnTo>
                    <a:pt x="537209" y="88900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20"/>
            <p:cNvSpPr/>
            <p:nvPr/>
          </p:nvSpPr>
          <p:spPr>
            <a:xfrm>
              <a:off x="1376680" y="2724150"/>
              <a:ext cx="537210" cy="88900"/>
            </a:xfrm>
            <a:custGeom>
              <a:rect b="b" l="l" r="r" t="t"/>
              <a:pathLst>
                <a:path extrusionOk="0" h="88900" w="537210">
                  <a:moveTo>
                    <a:pt x="102869" y="0"/>
                  </a:moveTo>
                  <a:lnTo>
                    <a:pt x="434339" y="0"/>
                  </a:lnTo>
                  <a:lnTo>
                    <a:pt x="537209" y="88900"/>
                  </a:lnTo>
                  <a:lnTo>
                    <a:pt x="0" y="88900"/>
                  </a:lnTo>
                  <a:lnTo>
                    <a:pt x="102869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20"/>
            <p:cNvSpPr/>
            <p:nvPr/>
          </p:nvSpPr>
          <p:spPr>
            <a:xfrm>
              <a:off x="1376680" y="2724150"/>
              <a:ext cx="538480" cy="91440"/>
            </a:xfrm>
            <a:custGeom>
              <a:rect b="b" l="l" r="r" t="t"/>
              <a:pathLst>
                <a:path extrusionOk="0" h="91439" w="538480">
                  <a:moveTo>
                    <a:pt x="106679" y="0"/>
                  </a:moveTo>
                  <a:lnTo>
                    <a:pt x="0" y="91439"/>
                  </a:lnTo>
                  <a:lnTo>
                    <a:pt x="538480" y="91439"/>
                  </a:lnTo>
                  <a:lnTo>
                    <a:pt x="525145" y="80010"/>
                  </a:lnTo>
                  <a:lnTo>
                    <a:pt x="27939" y="80010"/>
                  </a:lnTo>
                  <a:lnTo>
                    <a:pt x="107950" y="11429"/>
                  </a:lnTo>
                  <a:lnTo>
                    <a:pt x="106679" y="0"/>
                  </a:lnTo>
                  <a:close/>
                </a:path>
                <a:path extrusionOk="0" h="91439" w="538480">
                  <a:moveTo>
                    <a:pt x="431800" y="0"/>
                  </a:moveTo>
                  <a:lnTo>
                    <a:pt x="106679" y="0"/>
                  </a:lnTo>
                  <a:lnTo>
                    <a:pt x="107950" y="11429"/>
                  </a:lnTo>
                  <a:lnTo>
                    <a:pt x="430530" y="11429"/>
                  </a:lnTo>
                  <a:lnTo>
                    <a:pt x="510539" y="80010"/>
                  </a:lnTo>
                  <a:lnTo>
                    <a:pt x="525145" y="8001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20"/>
            <p:cNvSpPr/>
            <p:nvPr/>
          </p:nvSpPr>
          <p:spPr>
            <a:xfrm>
              <a:off x="1494790" y="3253740"/>
              <a:ext cx="302260" cy="375920"/>
            </a:xfrm>
            <a:custGeom>
              <a:rect b="b" l="l" r="r" t="t"/>
              <a:pathLst>
                <a:path extrusionOk="0" h="375920" w="302260">
                  <a:moveTo>
                    <a:pt x="302259" y="0"/>
                  </a:moveTo>
                  <a:lnTo>
                    <a:pt x="0" y="0"/>
                  </a:lnTo>
                  <a:lnTo>
                    <a:pt x="0" y="375920"/>
                  </a:lnTo>
                  <a:lnTo>
                    <a:pt x="302259" y="375920"/>
                  </a:lnTo>
                  <a:lnTo>
                    <a:pt x="302259" y="0"/>
                  </a:lnTo>
                  <a:close/>
                </a:path>
              </a:pathLst>
            </a:custGeom>
            <a:solidFill>
              <a:srgbClr val="9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20"/>
            <p:cNvSpPr/>
            <p:nvPr/>
          </p:nvSpPr>
          <p:spPr>
            <a:xfrm>
              <a:off x="1494790" y="3253740"/>
              <a:ext cx="302260" cy="375920"/>
            </a:xfrm>
            <a:custGeom>
              <a:rect b="b" l="l" r="r" t="t"/>
              <a:pathLst>
                <a:path extrusionOk="0" h="375920" w="302260">
                  <a:moveTo>
                    <a:pt x="0" y="0"/>
                  </a:moveTo>
                  <a:lnTo>
                    <a:pt x="302259" y="0"/>
                  </a:lnTo>
                  <a:lnTo>
                    <a:pt x="302259" y="375920"/>
                  </a:lnTo>
                  <a:lnTo>
                    <a:pt x="0" y="37592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20"/>
            <p:cNvSpPr/>
            <p:nvPr/>
          </p:nvSpPr>
          <p:spPr>
            <a:xfrm>
              <a:off x="1376680" y="3578860"/>
              <a:ext cx="537210" cy="88900"/>
            </a:xfrm>
            <a:custGeom>
              <a:rect b="b" l="l" r="r" t="t"/>
              <a:pathLst>
                <a:path extrusionOk="0" h="88900" w="537210">
                  <a:moveTo>
                    <a:pt x="434339" y="0"/>
                  </a:moveTo>
                  <a:lnTo>
                    <a:pt x="102869" y="0"/>
                  </a:lnTo>
                  <a:lnTo>
                    <a:pt x="0" y="88900"/>
                  </a:lnTo>
                  <a:lnTo>
                    <a:pt x="537209" y="88900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20"/>
            <p:cNvSpPr/>
            <p:nvPr/>
          </p:nvSpPr>
          <p:spPr>
            <a:xfrm>
              <a:off x="1376680" y="3578860"/>
              <a:ext cx="537210" cy="88900"/>
            </a:xfrm>
            <a:custGeom>
              <a:rect b="b" l="l" r="r" t="t"/>
              <a:pathLst>
                <a:path extrusionOk="0" h="88900" w="537210">
                  <a:moveTo>
                    <a:pt x="102869" y="0"/>
                  </a:moveTo>
                  <a:lnTo>
                    <a:pt x="434339" y="0"/>
                  </a:lnTo>
                  <a:lnTo>
                    <a:pt x="537209" y="88900"/>
                  </a:lnTo>
                  <a:lnTo>
                    <a:pt x="0" y="88900"/>
                  </a:lnTo>
                  <a:lnTo>
                    <a:pt x="102869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20"/>
            <p:cNvSpPr/>
            <p:nvPr/>
          </p:nvSpPr>
          <p:spPr>
            <a:xfrm>
              <a:off x="1376680" y="3578860"/>
              <a:ext cx="538480" cy="90170"/>
            </a:xfrm>
            <a:custGeom>
              <a:rect b="b" l="l" r="r" t="t"/>
              <a:pathLst>
                <a:path extrusionOk="0" h="90170" w="538480">
                  <a:moveTo>
                    <a:pt x="106679" y="0"/>
                  </a:moveTo>
                  <a:lnTo>
                    <a:pt x="0" y="90169"/>
                  </a:lnTo>
                  <a:lnTo>
                    <a:pt x="538480" y="90169"/>
                  </a:lnTo>
                  <a:lnTo>
                    <a:pt x="524957" y="78739"/>
                  </a:lnTo>
                  <a:lnTo>
                    <a:pt x="27939" y="78739"/>
                  </a:lnTo>
                  <a:lnTo>
                    <a:pt x="107950" y="11429"/>
                  </a:lnTo>
                  <a:lnTo>
                    <a:pt x="106679" y="0"/>
                  </a:lnTo>
                  <a:close/>
                </a:path>
                <a:path extrusionOk="0" h="90170" w="538480">
                  <a:moveTo>
                    <a:pt x="431800" y="0"/>
                  </a:moveTo>
                  <a:lnTo>
                    <a:pt x="106679" y="0"/>
                  </a:lnTo>
                  <a:lnTo>
                    <a:pt x="107950" y="11429"/>
                  </a:lnTo>
                  <a:lnTo>
                    <a:pt x="430530" y="11429"/>
                  </a:lnTo>
                  <a:lnTo>
                    <a:pt x="510539" y="78739"/>
                  </a:lnTo>
                  <a:lnTo>
                    <a:pt x="524957" y="78739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20"/>
            <p:cNvSpPr/>
            <p:nvPr/>
          </p:nvSpPr>
          <p:spPr>
            <a:xfrm>
              <a:off x="1494790" y="4107180"/>
              <a:ext cx="302260" cy="375920"/>
            </a:xfrm>
            <a:custGeom>
              <a:rect b="b" l="l" r="r" t="t"/>
              <a:pathLst>
                <a:path extrusionOk="0" h="375920" w="302260">
                  <a:moveTo>
                    <a:pt x="302259" y="0"/>
                  </a:moveTo>
                  <a:lnTo>
                    <a:pt x="0" y="0"/>
                  </a:lnTo>
                  <a:lnTo>
                    <a:pt x="0" y="375920"/>
                  </a:lnTo>
                  <a:lnTo>
                    <a:pt x="302259" y="375920"/>
                  </a:lnTo>
                  <a:lnTo>
                    <a:pt x="302259" y="0"/>
                  </a:lnTo>
                  <a:close/>
                </a:path>
              </a:pathLst>
            </a:custGeom>
            <a:solidFill>
              <a:srgbClr val="9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20"/>
            <p:cNvSpPr/>
            <p:nvPr/>
          </p:nvSpPr>
          <p:spPr>
            <a:xfrm>
              <a:off x="1494790" y="4108450"/>
              <a:ext cx="302260" cy="374650"/>
            </a:xfrm>
            <a:custGeom>
              <a:rect b="b" l="l" r="r" t="t"/>
              <a:pathLst>
                <a:path extrusionOk="0" h="374650" w="302260">
                  <a:moveTo>
                    <a:pt x="0" y="0"/>
                  </a:moveTo>
                  <a:lnTo>
                    <a:pt x="302259" y="0"/>
                  </a:lnTo>
                  <a:lnTo>
                    <a:pt x="302259" y="374650"/>
                  </a:lnTo>
                  <a:lnTo>
                    <a:pt x="0" y="37465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20"/>
            <p:cNvSpPr/>
            <p:nvPr/>
          </p:nvSpPr>
          <p:spPr>
            <a:xfrm>
              <a:off x="1376680" y="4432300"/>
              <a:ext cx="537210" cy="88900"/>
            </a:xfrm>
            <a:custGeom>
              <a:rect b="b" l="l" r="r" t="t"/>
              <a:pathLst>
                <a:path extrusionOk="0" h="88900" w="537210">
                  <a:moveTo>
                    <a:pt x="434339" y="0"/>
                  </a:moveTo>
                  <a:lnTo>
                    <a:pt x="102869" y="0"/>
                  </a:lnTo>
                  <a:lnTo>
                    <a:pt x="0" y="88900"/>
                  </a:lnTo>
                  <a:lnTo>
                    <a:pt x="537209" y="88900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20"/>
            <p:cNvSpPr/>
            <p:nvPr/>
          </p:nvSpPr>
          <p:spPr>
            <a:xfrm>
              <a:off x="1376680" y="4432300"/>
              <a:ext cx="537210" cy="88900"/>
            </a:xfrm>
            <a:custGeom>
              <a:rect b="b" l="l" r="r" t="t"/>
              <a:pathLst>
                <a:path extrusionOk="0" h="88900" w="537210">
                  <a:moveTo>
                    <a:pt x="102869" y="0"/>
                  </a:moveTo>
                  <a:lnTo>
                    <a:pt x="434339" y="0"/>
                  </a:lnTo>
                  <a:lnTo>
                    <a:pt x="537209" y="88900"/>
                  </a:lnTo>
                  <a:lnTo>
                    <a:pt x="0" y="88900"/>
                  </a:lnTo>
                  <a:lnTo>
                    <a:pt x="102869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20"/>
            <p:cNvSpPr/>
            <p:nvPr/>
          </p:nvSpPr>
          <p:spPr>
            <a:xfrm>
              <a:off x="1376680" y="4432300"/>
              <a:ext cx="538480" cy="91440"/>
            </a:xfrm>
            <a:custGeom>
              <a:rect b="b" l="l" r="r" t="t"/>
              <a:pathLst>
                <a:path extrusionOk="0" h="91439" w="538480">
                  <a:moveTo>
                    <a:pt x="106679" y="0"/>
                  </a:moveTo>
                  <a:lnTo>
                    <a:pt x="0" y="91439"/>
                  </a:lnTo>
                  <a:lnTo>
                    <a:pt x="538480" y="91439"/>
                  </a:lnTo>
                  <a:lnTo>
                    <a:pt x="525145" y="80010"/>
                  </a:lnTo>
                  <a:lnTo>
                    <a:pt x="27939" y="80010"/>
                  </a:lnTo>
                  <a:lnTo>
                    <a:pt x="107950" y="11430"/>
                  </a:lnTo>
                  <a:lnTo>
                    <a:pt x="106679" y="0"/>
                  </a:lnTo>
                  <a:close/>
                </a:path>
                <a:path extrusionOk="0" h="91439" w="538480">
                  <a:moveTo>
                    <a:pt x="431800" y="0"/>
                  </a:moveTo>
                  <a:lnTo>
                    <a:pt x="106679" y="0"/>
                  </a:lnTo>
                  <a:lnTo>
                    <a:pt x="107950" y="11430"/>
                  </a:lnTo>
                  <a:lnTo>
                    <a:pt x="430530" y="11430"/>
                  </a:lnTo>
                  <a:lnTo>
                    <a:pt x="510539" y="80010"/>
                  </a:lnTo>
                  <a:lnTo>
                    <a:pt x="525145" y="8001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20"/>
            <p:cNvSpPr/>
            <p:nvPr/>
          </p:nvSpPr>
          <p:spPr>
            <a:xfrm>
              <a:off x="1797050" y="2586990"/>
              <a:ext cx="1220470" cy="1845310"/>
            </a:xfrm>
            <a:custGeom>
              <a:rect b="b" l="l" r="r" t="t"/>
              <a:pathLst>
                <a:path extrusionOk="0" h="1845310" w="1220470">
                  <a:moveTo>
                    <a:pt x="0" y="0"/>
                  </a:moveTo>
                  <a:lnTo>
                    <a:pt x="1220470" y="359410"/>
                  </a:lnTo>
                </a:path>
                <a:path extrusionOk="0" h="1845310" w="1220470">
                  <a:moveTo>
                    <a:pt x="11430" y="1845310"/>
                  </a:moveTo>
                  <a:lnTo>
                    <a:pt x="1220470" y="1258570"/>
                  </a:lnTo>
                </a:path>
                <a:path extrusionOk="0" h="1845310" w="1220470">
                  <a:moveTo>
                    <a:pt x="0" y="854710"/>
                  </a:moveTo>
                  <a:lnTo>
                    <a:pt x="1220470" y="854710"/>
                  </a:lnTo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7" name="Google Shape;1297;p20"/>
          <p:cNvGrpSpPr/>
          <p:nvPr/>
        </p:nvGrpSpPr>
        <p:grpSpPr>
          <a:xfrm>
            <a:off x="6484619" y="1921511"/>
            <a:ext cx="2514600" cy="3741420"/>
            <a:chOff x="4960619" y="1921510"/>
            <a:chExt cx="2514600" cy="3741420"/>
          </a:xfrm>
        </p:grpSpPr>
        <p:sp>
          <p:nvSpPr>
            <p:cNvPr id="1298" name="Google Shape;1298;p20"/>
            <p:cNvSpPr/>
            <p:nvPr/>
          </p:nvSpPr>
          <p:spPr>
            <a:xfrm>
              <a:off x="6789419" y="2730500"/>
              <a:ext cx="685800" cy="671830"/>
            </a:xfrm>
            <a:custGeom>
              <a:rect b="b" l="l" r="r" t="t"/>
              <a:pathLst>
                <a:path extrusionOk="0" h="671829" w="685800">
                  <a:moveTo>
                    <a:pt x="685800" y="0"/>
                  </a:moveTo>
                  <a:lnTo>
                    <a:pt x="0" y="0"/>
                  </a:lnTo>
                  <a:lnTo>
                    <a:pt x="0" y="671829"/>
                  </a:lnTo>
                  <a:lnTo>
                    <a:pt x="685800" y="67182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0"/>
            <p:cNvSpPr/>
            <p:nvPr/>
          </p:nvSpPr>
          <p:spPr>
            <a:xfrm>
              <a:off x="6789419" y="2729230"/>
              <a:ext cx="685800" cy="671830"/>
            </a:xfrm>
            <a:custGeom>
              <a:rect b="b" l="l" r="r" t="t"/>
              <a:pathLst>
                <a:path extrusionOk="0" h="671829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71830"/>
                  </a:lnTo>
                  <a:lnTo>
                    <a:pt x="0" y="67183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0"/>
            <p:cNvSpPr/>
            <p:nvPr/>
          </p:nvSpPr>
          <p:spPr>
            <a:xfrm>
              <a:off x="4960619" y="3395980"/>
              <a:ext cx="685800" cy="660400"/>
            </a:xfrm>
            <a:custGeom>
              <a:rect b="b" l="l" r="r" t="t"/>
              <a:pathLst>
                <a:path extrusionOk="0" h="660400" w="685800">
                  <a:moveTo>
                    <a:pt x="685800" y="0"/>
                  </a:moveTo>
                  <a:lnTo>
                    <a:pt x="0" y="0"/>
                  </a:lnTo>
                  <a:lnTo>
                    <a:pt x="0" y="660400"/>
                  </a:lnTo>
                  <a:lnTo>
                    <a:pt x="685800" y="660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20"/>
            <p:cNvSpPr/>
            <p:nvPr/>
          </p:nvSpPr>
          <p:spPr>
            <a:xfrm>
              <a:off x="4960619" y="3395980"/>
              <a:ext cx="685800" cy="660400"/>
            </a:xfrm>
            <a:custGeom>
              <a:rect b="b" l="l" r="r" t="t"/>
              <a:pathLst>
                <a:path extrusionOk="0" h="660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20"/>
            <p:cNvSpPr/>
            <p:nvPr/>
          </p:nvSpPr>
          <p:spPr>
            <a:xfrm>
              <a:off x="5152389" y="2593340"/>
              <a:ext cx="302260" cy="375920"/>
            </a:xfrm>
            <a:custGeom>
              <a:rect b="b" l="l" r="r" t="t"/>
              <a:pathLst>
                <a:path extrusionOk="0" h="375919" w="302260">
                  <a:moveTo>
                    <a:pt x="302260" y="0"/>
                  </a:moveTo>
                  <a:lnTo>
                    <a:pt x="0" y="0"/>
                  </a:lnTo>
                  <a:lnTo>
                    <a:pt x="0" y="375920"/>
                  </a:lnTo>
                  <a:lnTo>
                    <a:pt x="302260" y="375920"/>
                  </a:lnTo>
                  <a:lnTo>
                    <a:pt x="302260" y="0"/>
                  </a:lnTo>
                  <a:close/>
                </a:path>
              </a:pathLst>
            </a:custGeom>
            <a:solidFill>
              <a:srgbClr val="9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20"/>
            <p:cNvSpPr/>
            <p:nvPr/>
          </p:nvSpPr>
          <p:spPr>
            <a:xfrm>
              <a:off x="5152389" y="2593340"/>
              <a:ext cx="302260" cy="375920"/>
            </a:xfrm>
            <a:custGeom>
              <a:rect b="b" l="l" r="r" t="t"/>
              <a:pathLst>
                <a:path extrusionOk="0" h="375919" w="302260">
                  <a:moveTo>
                    <a:pt x="0" y="0"/>
                  </a:moveTo>
                  <a:lnTo>
                    <a:pt x="302260" y="0"/>
                  </a:lnTo>
                  <a:lnTo>
                    <a:pt x="302260" y="375920"/>
                  </a:lnTo>
                  <a:lnTo>
                    <a:pt x="0" y="37592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20"/>
            <p:cNvSpPr/>
            <p:nvPr/>
          </p:nvSpPr>
          <p:spPr>
            <a:xfrm>
              <a:off x="5034279" y="2917190"/>
              <a:ext cx="537210" cy="90170"/>
            </a:xfrm>
            <a:custGeom>
              <a:rect b="b" l="l" r="r" t="t"/>
              <a:pathLst>
                <a:path extrusionOk="0" h="90169" w="537210">
                  <a:moveTo>
                    <a:pt x="434340" y="0"/>
                  </a:moveTo>
                  <a:lnTo>
                    <a:pt x="102870" y="0"/>
                  </a:lnTo>
                  <a:lnTo>
                    <a:pt x="0" y="90170"/>
                  </a:lnTo>
                  <a:lnTo>
                    <a:pt x="537210" y="90170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20"/>
            <p:cNvSpPr/>
            <p:nvPr/>
          </p:nvSpPr>
          <p:spPr>
            <a:xfrm>
              <a:off x="5034279" y="2917190"/>
              <a:ext cx="537210" cy="90170"/>
            </a:xfrm>
            <a:custGeom>
              <a:rect b="b" l="l" r="r" t="t"/>
              <a:pathLst>
                <a:path extrusionOk="0" h="90169" w="537210">
                  <a:moveTo>
                    <a:pt x="102870" y="0"/>
                  </a:moveTo>
                  <a:lnTo>
                    <a:pt x="434340" y="0"/>
                  </a:lnTo>
                  <a:lnTo>
                    <a:pt x="537210" y="90170"/>
                  </a:lnTo>
                  <a:lnTo>
                    <a:pt x="0" y="90170"/>
                  </a:lnTo>
                  <a:lnTo>
                    <a:pt x="10287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20"/>
            <p:cNvSpPr/>
            <p:nvPr/>
          </p:nvSpPr>
          <p:spPr>
            <a:xfrm>
              <a:off x="5034279" y="2917190"/>
              <a:ext cx="539750" cy="91440"/>
            </a:xfrm>
            <a:custGeom>
              <a:rect b="b" l="l" r="r" t="t"/>
              <a:pathLst>
                <a:path extrusionOk="0" h="91439" w="539750">
                  <a:moveTo>
                    <a:pt x="106680" y="0"/>
                  </a:moveTo>
                  <a:lnTo>
                    <a:pt x="0" y="91439"/>
                  </a:lnTo>
                  <a:lnTo>
                    <a:pt x="539750" y="91439"/>
                  </a:lnTo>
                  <a:lnTo>
                    <a:pt x="526415" y="80010"/>
                  </a:lnTo>
                  <a:lnTo>
                    <a:pt x="29210" y="80010"/>
                  </a:lnTo>
                  <a:lnTo>
                    <a:pt x="107950" y="11430"/>
                  </a:lnTo>
                  <a:lnTo>
                    <a:pt x="106680" y="0"/>
                  </a:lnTo>
                  <a:close/>
                </a:path>
                <a:path extrusionOk="0" h="91439" w="539750">
                  <a:moveTo>
                    <a:pt x="433070" y="0"/>
                  </a:moveTo>
                  <a:lnTo>
                    <a:pt x="106680" y="0"/>
                  </a:lnTo>
                  <a:lnTo>
                    <a:pt x="107950" y="11430"/>
                  </a:lnTo>
                  <a:lnTo>
                    <a:pt x="430530" y="11430"/>
                  </a:lnTo>
                  <a:lnTo>
                    <a:pt x="510540" y="80010"/>
                  </a:lnTo>
                  <a:lnTo>
                    <a:pt x="526415" y="80010"/>
                  </a:lnTo>
                  <a:lnTo>
                    <a:pt x="4330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20"/>
            <p:cNvSpPr/>
            <p:nvPr/>
          </p:nvSpPr>
          <p:spPr>
            <a:xfrm>
              <a:off x="5303519" y="3008630"/>
              <a:ext cx="0" cy="387350"/>
            </a:xfrm>
            <a:custGeom>
              <a:rect b="b" l="l" r="r" t="t"/>
              <a:pathLst>
                <a:path extrusionOk="0" h="387350" w="120000">
                  <a:moveTo>
                    <a:pt x="0" y="0"/>
                  </a:moveTo>
                  <a:lnTo>
                    <a:pt x="0" y="387350"/>
                  </a:lnTo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20"/>
            <p:cNvSpPr/>
            <p:nvPr/>
          </p:nvSpPr>
          <p:spPr>
            <a:xfrm>
              <a:off x="5646419" y="3065780"/>
              <a:ext cx="1143000" cy="660400"/>
            </a:xfrm>
            <a:custGeom>
              <a:rect b="b" l="l" r="r" t="t"/>
              <a:pathLst>
                <a:path extrusionOk="0" h="660400" w="1143000">
                  <a:moveTo>
                    <a:pt x="0" y="660400"/>
                  </a:moveTo>
                  <a:lnTo>
                    <a:pt x="1143000" y="0"/>
                  </a:lnTo>
                </a:path>
              </a:pathLst>
            </a:custGeom>
            <a:noFill/>
            <a:ln cap="flat" cmpd="sng" w="114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20"/>
            <p:cNvSpPr/>
            <p:nvPr/>
          </p:nvSpPr>
          <p:spPr>
            <a:xfrm>
              <a:off x="6634479" y="4250690"/>
              <a:ext cx="685800" cy="660400"/>
            </a:xfrm>
            <a:custGeom>
              <a:rect b="b" l="l" r="r" t="t"/>
              <a:pathLst>
                <a:path extrusionOk="0" h="660400" w="685800">
                  <a:moveTo>
                    <a:pt x="685800" y="0"/>
                  </a:moveTo>
                  <a:lnTo>
                    <a:pt x="0" y="0"/>
                  </a:lnTo>
                  <a:lnTo>
                    <a:pt x="0" y="660400"/>
                  </a:lnTo>
                  <a:lnTo>
                    <a:pt x="685800" y="660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20"/>
            <p:cNvSpPr/>
            <p:nvPr/>
          </p:nvSpPr>
          <p:spPr>
            <a:xfrm>
              <a:off x="6634479" y="4250690"/>
              <a:ext cx="685800" cy="660400"/>
            </a:xfrm>
            <a:custGeom>
              <a:rect b="b" l="l" r="r" t="t"/>
              <a:pathLst>
                <a:path extrusionOk="0" h="660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20"/>
            <p:cNvSpPr/>
            <p:nvPr/>
          </p:nvSpPr>
          <p:spPr>
            <a:xfrm>
              <a:off x="5303519" y="3402330"/>
              <a:ext cx="1828800" cy="1178560"/>
            </a:xfrm>
            <a:custGeom>
              <a:rect b="b" l="l" r="r" t="t"/>
              <a:pathLst>
                <a:path extrusionOk="0" h="1178560" w="1828800">
                  <a:moveTo>
                    <a:pt x="1673859" y="848360"/>
                  </a:moveTo>
                  <a:lnTo>
                    <a:pt x="1828800" y="0"/>
                  </a:lnTo>
                </a:path>
                <a:path extrusionOk="0" h="1178560" w="1828800">
                  <a:moveTo>
                    <a:pt x="0" y="654050"/>
                  </a:moveTo>
                  <a:lnTo>
                    <a:pt x="1330959" y="1178560"/>
                  </a:lnTo>
                </a:path>
              </a:pathLst>
            </a:custGeom>
            <a:noFill/>
            <a:ln cap="flat" cmpd="sng" w="114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20"/>
            <p:cNvSpPr/>
            <p:nvPr/>
          </p:nvSpPr>
          <p:spPr>
            <a:xfrm>
              <a:off x="6899909" y="1921510"/>
              <a:ext cx="302260" cy="375920"/>
            </a:xfrm>
            <a:custGeom>
              <a:rect b="b" l="l" r="r" t="t"/>
              <a:pathLst>
                <a:path extrusionOk="0" h="375919" w="302259">
                  <a:moveTo>
                    <a:pt x="302259" y="0"/>
                  </a:moveTo>
                  <a:lnTo>
                    <a:pt x="0" y="0"/>
                  </a:lnTo>
                  <a:lnTo>
                    <a:pt x="0" y="375920"/>
                  </a:lnTo>
                  <a:lnTo>
                    <a:pt x="302259" y="375920"/>
                  </a:lnTo>
                  <a:lnTo>
                    <a:pt x="302259" y="0"/>
                  </a:lnTo>
                  <a:close/>
                </a:path>
              </a:pathLst>
            </a:custGeom>
            <a:solidFill>
              <a:srgbClr val="9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20"/>
            <p:cNvSpPr/>
            <p:nvPr/>
          </p:nvSpPr>
          <p:spPr>
            <a:xfrm>
              <a:off x="6899909" y="1921510"/>
              <a:ext cx="300990" cy="375920"/>
            </a:xfrm>
            <a:custGeom>
              <a:rect b="b" l="l" r="r" t="t"/>
              <a:pathLst>
                <a:path extrusionOk="0" h="375919" w="300990">
                  <a:moveTo>
                    <a:pt x="0" y="0"/>
                  </a:moveTo>
                  <a:lnTo>
                    <a:pt x="300990" y="0"/>
                  </a:lnTo>
                  <a:lnTo>
                    <a:pt x="300990" y="375919"/>
                  </a:lnTo>
                  <a:lnTo>
                    <a:pt x="0" y="375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20"/>
            <p:cNvSpPr/>
            <p:nvPr/>
          </p:nvSpPr>
          <p:spPr>
            <a:xfrm>
              <a:off x="6780529" y="2245360"/>
              <a:ext cx="538480" cy="90170"/>
            </a:xfrm>
            <a:custGeom>
              <a:rect b="b" l="l" r="r" t="t"/>
              <a:pathLst>
                <a:path extrusionOk="0" h="90169" w="538479">
                  <a:moveTo>
                    <a:pt x="434340" y="0"/>
                  </a:moveTo>
                  <a:lnTo>
                    <a:pt x="104140" y="0"/>
                  </a:lnTo>
                  <a:lnTo>
                    <a:pt x="0" y="90169"/>
                  </a:lnTo>
                  <a:lnTo>
                    <a:pt x="538479" y="90169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20"/>
            <p:cNvSpPr/>
            <p:nvPr/>
          </p:nvSpPr>
          <p:spPr>
            <a:xfrm>
              <a:off x="6780529" y="2245360"/>
              <a:ext cx="538480" cy="90170"/>
            </a:xfrm>
            <a:custGeom>
              <a:rect b="b" l="l" r="r" t="t"/>
              <a:pathLst>
                <a:path extrusionOk="0" h="90169" w="538479">
                  <a:moveTo>
                    <a:pt x="104140" y="0"/>
                  </a:moveTo>
                  <a:lnTo>
                    <a:pt x="434340" y="0"/>
                  </a:lnTo>
                  <a:lnTo>
                    <a:pt x="538479" y="90169"/>
                  </a:lnTo>
                  <a:lnTo>
                    <a:pt x="0" y="90169"/>
                  </a:lnTo>
                  <a:lnTo>
                    <a:pt x="10414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20"/>
            <p:cNvSpPr/>
            <p:nvPr/>
          </p:nvSpPr>
          <p:spPr>
            <a:xfrm>
              <a:off x="6780529" y="2245360"/>
              <a:ext cx="539750" cy="91440"/>
            </a:xfrm>
            <a:custGeom>
              <a:rect b="b" l="l" r="r" t="t"/>
              <a:pathLst>
                <a:path extrusionOk="0" h="91439" w="539750">
                  <a:moveTo>
                    <a:pt x="106679" y="0"/>
                  </a:moveTo>
                  <a:lnTo>
                    <a:pt x="0" y="91439"/>
                  </a:lnTo>
                  <a:lnTo>
                    <a:pt x="539750" y="91439"/>
                  </a:lnTo>
                  <a:lnTo>
                    <a:pt x="526415" y="80010"/>
                  </a:lnTo>
                  <a:lnTo>
                    <a:pt x="29210" y="80010"/>
                  </a:lnTo>
                  <a:lnTo>
                    <a:pt x="107950" y="11429"/>
                  </a:lnTo>
                  <a:lnTo>
                    <a:pt x="106679" y="0"/>
                  </a:lnTo>
                  <a:close/>
                </a:path>
                <a:path extrusionOk="0" h="91439" w="539750">
                  <a:moveTo>
                    <a:pt x="433070" y="0"/>
                  </a:moveTo>
                  <a:lnTo>
                    <a:pt x="106679" y="0"/>
                  </a:lnTo>
                  <a:lnTo>
                    <a:pt x="107950" y="11429"/>
                  </a:lnTo>
                  <a:lnTo>
                    <a:pt x="431800" y="11429"/>
                  </a:lnTo>
                  <a:lnTo>
                    <a:pt x="510540" y="80010"/>
                  </a:lnTo>
                  <a:lnTo>
                    <a:pt x="526415" y="80010"/>
                  </a:lnTo>
                  <a:lnTo>
                    <a:pt x="4330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20"/>
            <p:cNvSpPr/>
            <p:nvPr/>
          </p:nvSpPr>
          <p:spPr>
            <a:xfrm>
              <a:off x="7051039" y="2336800"/>
              <a:ext cx="252729" cy="392430"/>
            </a:xfrm>
            <a:custGeom>
              <a:rect b="b" l="l" r="r" t="t"/>
              <a:pathLst>
                <a:path extrusionOk="0" h="392430" w="252729">
                  <a:moveTo>
                    <a:pt x="0" y="0"/>
                  </a:moveTo>
                  <a:lnTo>
                    <a:pt x="252729" y="392429"/>
                  </a:lnTo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20"/>
            <p:cNvSpPr/>
            <p:nvPr/>
          </p:nvSpPr>
          <p:spPr>
            <a:xfrm>
              <a:off x="6899909" y="5246370"/>
              <a:ext cx="302260" cy="375920"/>
            </a:xfrm>
            <a:custGeom>
              <a:rect b="b" l="l" r="r" t="t"/>
              <a:pathLst>
                <a:path extrusionOk="0" h="375920" w="302259">
                  <a:moveTo>
                    <a:pt x="302259" y="0"/>
                  </a:moveTo>
                  <a:lnTo>
                    <a:pt x="0" y="0"/>
                  </a:lnTo>
                  <a:lnTo>
                    <a:pt x="0" y="375919"/>
                  </a:lnTo>
                  <a:lnTo>
                    <a:pt x="302259" y="375919"/>
                  </a:lnTo>
                  <a:lnTo>
                    <a:pt x="302259" y="0"/>
                  </a:lnTo>
                  <a:close/>
                </a:path>
              </a:pathLst>
            </a:custGeom>
            <a:solidFill>
              <a:srgbClr val="9FD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20"/>
            <p:cNvSpPr/>
            <p:nvPr/>
          </p:nvSpPr>
          <p:spPr>
            <a:xfrm>
              <a:off x="6899909" y="5246370"/>
              <a:ext cx="300990" cy="375920"/>
            </a:xfrm>
            <a:custGeom>
              <a:rect b="b" l="l" r="r" t="t"/>
              <a:pathLst>
                <a:path extrusionOk="0" h="375920" w="300990">
                  <a:moveTo>
                    <a:pt x="0" y="0"/>
                  </a:moveTo>
                  <a:lnTo>
                    <a:pt x="300990" y="0"/>
                  </a:lnTo>
                  <a:lnTo>
                    <a:pt x="300990" y="375919"/>
                  </a:lnTo>
                  <a:lnTo>
                    <a:pt x="0" y="375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20"/>
            <p:cNvSpPr/>
            <p:nvPr/>
          </p:nvSpPr>
          <p:spPr>
            <a:xfrm>
              <a:off x="6780529" y="5571490"/>
              <a:ext cx="538480" cy="88900"/>
            </a:xfrm>
            <a:custGeom>
              <a:rect b="b" l="l" r="r" t="t"/>
              <a:pathLst>
                <a:path extrusionOk="0" h="88900" w="538479">
                  <a:moveTo>
                    <a:pt x="434340" y="0"/>
                  </a:moveTo>
                  <a:lnTo>
                    <a:pt x="104140" y="0"/>
                  </a:lnTo>
                  <a:lnTo>
                    <a:pt x="0" y="88900"/>
                  </a:lnTo>
                  <a:lnTo>
                    <a:pt x="538479" y="88900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20"/>
            <p:cNvSpPr/>
            <p:nvPr/>
          </p:nvSpPr>
          <p:spPr>
            <a:xfrm>
              <a:off x="6780529" y="5571490"/>
              <a:ext cx="538480" cy="88900"/>
            </a:xfrm>
            <a:custGeom>
              <a:rect b="b" l="l" r="r" t="t"/>
              <a:pathLst>
                <a:path extrusionOk="0" h="88900" w="538479">
                  <a:moveTo>
                    <a:pt x="104140" y="0"/>
                  </a:moveTo>
                  <a:lnTo>
                    <a:pt x="434340" y="0"/>
                  </a:lnTo>
                  <a:lnTo>
                    <a:pt x="538479" y="88900"/>
                  </a:lnTo>
                  <a:lnTo>
                    <a:pt x="0" y="88900"/>
                  </a:lnTo>
                  <a:lnTo>
                    <a:pt x="10414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20"/>
            <p:cNvSpPr/>
            <p:nvPr/>
          </p:nvSpPr>
          <p:spPr>
            <a:xfrm>
              <a:off x="6780529" y="5571490"/>
              <a:ext cx="539750" cy="91440"/>
            </a:xfrm>
            <a:custGeom>
              <a:rect b="b" l="l" r="r" t="t"/>
              <a:pathLst>
                <a:path extrusionOk="0" h="91439" w="539750">
                  <a:moveTo>
                    <a:pt x="106679" y="0"/>
                  </a:moveTo>
                  <a:lnTo>
                    <a:pt x="0" y="91440"/>
                  </a:lnTo>
                  <a:lnTo>
                    <a:pt x="539750" y="91440"/>
                  </a:lnTo>
                  <a:lnTo>
                    <a:pt x="526415" y="80010"/>
                  </a:lnTo>
                  <a:lnTo>
                    <a:pt x="29210" y="80010"/>
                  </a:lnTo>
                  <a:lnTo>
                    <a:pt x="107950" y="11430"/>
                  </a:lnTo>
                  <a:lnTo>
                    <a:pt x="106679" y="0"/>
                  </a:lnTo>
                  <a:close/>
                </a:path>
                <a:path extrusionOk="0" h="91439" w="539750">
                  <a:moveTo>
                    <a:pt x="433070" y="0"/>
                  </a:moveTo>
                  <a:lnTo>
                    <a:pt x="106679" y="0"/>
                  </a:lnTo>
                  <a:lnTo>
                    <a:pt x="107950" y="11430"/>
                  </a:lnTo>
                  <a:lnTo>
                    <a:pt x="431800" y="11430"/>
                  </a:lnTo>
                  <a:lnTo>
                    <a:pt x="510540" y="80010"/>
                  </a:lnTo>
                  <a:lnTo>
                    <a:pt x="526415" y="80010"/>
                  </a:lnTo>
                  <a:lnTo>
                    <a:pt x="4330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20"/>
            <p:cNvSpPr/>
            <p:nvPr/>
          </p:nvSpPr>
          <p:spPr>
            <a:xfrm>
              <a:off x="6974839" y="4911090"/>
              <a:ext cx="172720" cy="335280"/>
            </a:xfrm>
            <a:custGeom>
              <a:rect b="b" l="l" r="r" t="t"/>
              <a:pathLst>
                <a:path extrusionOk="0" h="335279" w="172720">
                  <a:moveTo>
                    <a:pt x="0" y="335280"/>
                  </a:moveTo>
                  <a:lnTo>
                    <a:pt x="172719" y="0"/>
                  </a:lnTo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4" name="Google Shape;1324;p20"/>
          <p:cNvSpPr txBox="1"/>
          <p:nvPr/>
        </p:nvSpPr>
        <p:spPr>
          <a:xfrm>
            <a:off x="4395470" y="2223770"/>
            <a:ext cx="1062990" cy="203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a in f r a m e c o m p u t e r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5" name="Google Shape;1325;p20"/>
          <p:cNvSpPr txBox="1"/>
          <p:nvPr/>
        </p:nvSpPr>
        <p:spPr>
          <a:xfrm>
            <a:off x="6141720" y="1733551"/>
            <a:ext cx="3045460" cy="3877985"/>
          </a:xfrm>
          <a:prstGeom prst="rect">
            <a:avLst/>
          </a:prstGeom>
          <a:noFill/>
          <a:ln cap="flat" cmpd="sng" w="11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894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o r k s t a t io n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7305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e t  w o r        k lin    k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482725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e t w o r k h o s t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654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i s t r i b u t e d c o m p u t i n g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20"/>
          <p:cNvSpPr txBox="1"/>
          <p:nvPr/>
        </p:nvSpPr>
        <p:spPr>
          <a:xfrm>
            <a:off x="2961640" y="2132329"/>
            <a:ext cx="410209" cy="203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e r m in a l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20"/>
          <p:cNvSpPr txBox="1"/>
          <p:nvPr/>
        </p:nvSpPr>
        <p:spPr>
          <a:xfrm>
            <a:off x="3441701" y="5082540"/>
            <a:ext cx="1208405" cy="203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e n t r a l i z e d c o m p u t i n g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21"/>
          <p:cNvSpPr txBox="1"/>
          <p:nvPr>
            <p:ph type="title"/>
          </p:nvPr>
        </p:nvSpPr>
        <p:spPr>
          <a:xfrm>
            <a:off x="2362200" y="775274"/>
            <a:ext cx="1051560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-2018029" lvl="0" marL="203072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CENTRALIZED VS. DISTRIBUTED  COMPUTING</a:t>
            </a:r>
            <a:endParaRPr sz="3200"/>
          </a:p>
        </p:txBody>
      </p:sp>
      <p:sp>
        <p:nvSpPr>
          <p:cNvPr id="1333" name="Google Shape;1333;p21"/>
          <p:cNvSpPr txBox="1"/>
          <p:nvPr/>
        </p:nvSpPr>
        <p:spPr>
          <a:xfrm>
            <a:off x="2059940" y="2395220"/>
            <a:ext cx="3322954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28575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computing was  performed on a single  processor. Uni processor  computing can be called  Centralized computing.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21"/>
          <p:cNvSpPr txBox="1"/>
          <p:nvPr/>
        </p:nvSpPr>
        <p:spPr>
          <a:xfrm>
            <a:off x="5974080" y="2395220"/>
            <a:ext cx="3397885" cy="221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28575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Distributed system is a  collection of independent  computers,  interconnected via a  network, capable of  collaborating on a task.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21"/>
          <p:cNvSpPr txBox="1"/>
          <p:nvPr/>
        </p:nvSpPr>
        <p:spPr>
          <a:xfrm>
            <a:off x="2012950" y="1601470"/>
            <a:ext cx="3594100" cy="455253"/>
          </a:xfrm>
          <a:prstGeom prst="rect">
            <a:avLst/>
          </a:prstGeom>
          <a:solidFill>
            <a:srgbClr val="FD8536"/>
          </a:solidFill>
          <a:ln>
            <a:noFill/>
          </a:ln>
        </p:spPr>
        <p:txBody>
          <a:bodyPr anchorCtr="0" anchor="t" bIns="0" lIns="0" spcFirstLastPara="1" rIns="0" wrap="square" tIns="146050">
            <a:sp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computing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21"/>
          <p:cNvSpPr txBox="1"/>
          <p:nvPr/>
        </p:nvSpPr>
        <p:spPr>
          <a:xfrm>
            <a:off x="5899150" y="1601470"/>
            <a:ext cx="3594100" cy="455253"/>
          </a:xfrm>
          <a:prstGeom prst="rect">
            <a:avLst/>
          </a:prstGeom>
          <a:solidFill>
            <a:srgbClr val="FD8536"/>
          </a:solidFill>
          <a:ln>
            <a:noFill/>
          </a:ln>
        </p:spPr>
        <p:txBody>
          <a:bodyPr anchorCtr="0" anchor="t" bIns="0" lIns="0" spcFirstLastPara="1" rIns="0" wrap="square" tIns="146050">
            <a:spAutoFit/>
          </a:bodyPr>
          <a:lstStyle/>
          <a:p>
            <a:pPr indent="0" lvl="0" marL="9080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computing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2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Centralized vs Distributed Systems</a:t>
            </a:r>
            <a:endParaRPr/>
          </a:p>
        </p:txBody>
      </p:sp>
      <p:sp>
        <p:nvSpPr>
          <p:cNvPr id="1344" name="Google Shape;134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Centralized Systems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Centralized systems have non-autonomous components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Centralized systems are often build using homogeneous technology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Multiple users share the resources of a centralized system at all times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Centralized systems have a single point of control and of failure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Distributed Systems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Distributed systems have autonomous components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Distributed systems may be built using heterogeneous technology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Distributed system components may be used exclusively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Distributed systems are executed in concurrent processes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Distributed systems have multiple points of failure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Advantages of Distributed Systems </a:t>
            </a:r>
            <a:br>
              <a:rPr lang="en-US" sz="3200"/>
            </a:br>
            <a:r>
              <a:rPr lang="en-US" sz="3200"/>
              <a:t>over Centralized Systems</a:t>
            </a:r>
            <a:endParaRPr/>
          </a:p>
        </p:txBody>
      </p:sp>
      <p:sp>
        <p:nvSpPr>
          <p:cNvPr id="1350" name="Google Shape;1350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Why do we develop distributed systems?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availability of powerful yet cheap microprocessors (PCs, workstations), continuing advances in communication technology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1" lang="en-US" sz="1600"/>
              <a:t>Economics</a:t>
            </a:r>
            <a:r>
              <a:rPr lang="en-US" sz="1600"/>
              <a:t>: a collection of microprocessors offer a better price/performance than mainframes. Low price/performance ratio:  cost effective way to increase computing power.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1" lang="en-US" sz="1600"/>
              <a:t>Speed</a:t>
            </a:r>
            <a:r>
              <a:rPr lang="en-US" sz="1600"/>
              <a:t>: a distributed system may have more total computing power than a mainframe.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1" lang="en-US" sz="1600"/>
              <a:t>Reliability</a:t>
            </a:r>
            <a:r>
              <a:rPr lang="en-US" sz="1600"/>
              <a:t>: If one machine crashes, the system as a whole can still survive. Higher availability and improved reliability.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1" lang="en-US" sz="1600"/>
              <a:t>Incremental growth</a:t>
            </a:r>
            <a:r>
              <a:rPr lang="en-US" sz="1600"/>
              <a:t>: Computing power can be added in small increments. Modular expandability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1" lang="en-US" sz="1600"/>
              <a:t>Another deriving force</a:t>
            </a:r>
            <a:r>
              <a:rPr lang="en-US" sz="1600"/>
              <a:t>: the existence of large number of personal computers, the need for people to collaborate and share information.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2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24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4"/>
          <p:cNvSpPr txBox="1"/>
          <p:nvPr>
            <p:ph type="title"/>
          </p:nvPr>
        </p:nvSpPr>
        <p:spPr>
          <a:xfrm>
            <a:off x="838200" y="365126"/>
            <a:ext cx="10515600" cy="532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Examples of Distributed Systems</a:t>
            </a:r>
            <a:endParaRPr/>
          </a:p>
        </p:txBody>
      </p:sp>
      <p:sp>
        <p:nvSpPr>
          <p:cNvPr id="1358" name="Google Shape;1358;p24"/>
          <p:cNvSpPr txBox="1"/>
          <p:nvPr>
            <p:ph idx="1" type="body"/>
          </p:nvPr>
        </p:nvSpPr>
        <p:spPr>
          <a:xfrm>
            <a:off x="838200" y="897700"/>
            <a:ext cx="10515600" cy="5458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Service Architecture of a  Bank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Service architecture consists of heterogeneous components.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Hardware platforms range from mainframes to 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Programming languages including Assembler, Cobol, C, C++, Java, 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middleware</a:t>
            </a:r>
            <a:r>
              <a:rPr lang="en-US"/>
              <a:t> can be used to resolve distribution and heterogeneity</a:t>
            </a:r>
            <a:endParaRPr/>
          </a:p>
        </p:txBody>
      </p:sp>
      <p:pic>
        <p:nvPicPr>
          <p:cNvPr id="1359" name="Google Shape;1359;p24"/>
          <p:cNvPicPr preferRelativeResize="0"/>
          <p:nvPr/>
        </p:nvPicPr>
        <p:blipFill rotWithShape="1">
          <a:blip r:embed="rId3">
            <a:alphaModFix/>
          </a:blip>
          <a:srcRect b="30527" l="30991" r="28775" t="26115"/>
          <a:stretch/>
        </p:blipFill>
        <p:spPr>
          <a:xfrm>
            <a:off x="7315201" y="2971801"/>
            <a:ext cx="1527175" cy="121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24"/>
          <p:cNvPicPr preferRelativeResize="0"/>
          <p:nvPr/>
        </p:nvPicPr>
        <p:blipFill rotWithShape="1">
          <a:blip r:embed="rId4">
            <a:alphaModFix/>
          </a:blip>
          <a:srcRect b="27496" l="27864" r="26971" t="14320"/>
          <a:stretch/>
        </p:blipFill>
        <p:spPr>
          <a:xfrm>
            <a:off x="4495801" y="3048001"/>
            <a:ext cx="1363663" cy="112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24"/>
          <p:cNvPicPr preferRelativeResize="0"/>
          <p:nvPr/>
        </p:nvPicPr>
        <p:blipFill rotWithShape="1">
          <a:blip r:embed="rId5">
            <a:alphaModFix/>
          </a:blip>
          <a:srcRect b="26859" l="26799" r="22481" t="23562"/>
          <a:stretch/>
        </p:blipFill>
        <p:spPr>
          <a:xfrm>
            <a:off x="3962400" y="5105401"/>
            <a:ext cx="1454150" cy="93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24"/>
          <p:cNvPicPr preferRelativeResize="0"/>
          <p:nvPr/>
        </p:nvPicPr>
        <p:blipFill rotWithShape="1">
          <a:blip r:embed="rId6">
            <a:alphaModFix/>
          </a:blip>
          <a:srcRect b="29965" l="28406" r="28664" t="21576"/>
          <a:stretch/>
        </p:blipFill>
        <p:spPr>
          <a:xfrm>
            <a:off x="7010400" y="4953000"/>
            <a:ext cx="1600200" cy="10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24"/>
          <p:cNvSpPr/>
          <p:nvPr/>
        </p:nvSpPr>
        <p:spPr>
          <a:xfrm>
            <a:off x="3505200" y="3429000"/>
            <a:ext cx="457200" cy="152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24"/>
          <p:cNvSpPr/>
          <p:nvPr/>
        </p:nvSpPr>
        <p:spPr>
          <a:xfrm>
            <a:off x="3505200" y="3962400"/>
            <a:ext cx="457200" cy="152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5" name="Google Shape;1365;p24"/>
          <p:cNvCxnSpPr/>
          <p:nvPr/>
        </p:nvCxnSpPr>
        <p:spPr>
          <a:xfrm>
            <a:off x="3505200" y="35052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24"/>
          <p:cNvCxnSpPr/>
          <p:nvPr/>
        </p:nvCxnSpPr>
        <p:spPr>
          <a:xfrm>
            <a:off x="3962400" y="35052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24"/>
          <p:cNvSpPr/>
          <p:nvPr/>
        </p:nvSpPr>
        <p:spPr>
          <a:xfrm>
            <a:off x="8915400" y="3124200"/>
            <a:ext cx="457200" cy="152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24"/>
          <p:cNvSpPr/>
          <p:nvPr/>
        </p:nvSpPr>
        <p:spPr>
          <a:xfrm>
            <a:off x="8915400" y="3657600"/>
            <a:ext cx="457200" cy="152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9" name="Google Shape;1369;p24"/>
          <p:cNvCxnSpPr/>
          <p:nvPr/>
        </p:nvCxnSpPr>
        <p:spPr>
          <a:xfrm>
            <a:off x="8915400" y="32004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24"/>
          <p:cNvCxnSpPr/>
          <p:nvPr/>
        </p:nvCxnSpPr>
        <p:spPr>
          <a:xfrm>
            <a:off x="9372600" y="32004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24"/>
          <p:cNvSpPr/>
          <p:nvPr/>
        </p:nvSpPr>
        <p:spPr>
          <a:xfrm>
            <a:off x="6019800" y="4495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2" name="Google Shape;1372;p24"/>
          <p:cNvCxnSpPr/>
          <p:nvPr/>
        </p:nvCxnSpPr>
        <p:spPr>
          <a:xfrm>
            <a:off x="5181600" y="3733800"/>
            <a:ext cx="914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24"/>
          <p:cNvCxnSpPr/>
          <p:nvPr/>
        </p:nvCxnSpPr>
        <p:spPr>
          <a:xfrm flipH="1" rot="10800000">
            <a:off x="6629400" y="38862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24"/>
          <p:cNvCxnSpPr/>
          <p:nvPr/>
        </p:nvCxnSpPr>
        <p:spPr>
          <a:xfrm rot="10800000">
            <a:off x="3962400" y="3733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24"/>
          <p:cNvCxnSpPr/>
          <p:nvPr/>
        </p:nvCxnSpPr>
        <p:spPr>
          <a:xfrm>
            <a:off x="6705600" y="4876800"/>
            <a:ext cx="914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24"/>
          <p:cNvCxnSpPr/>
          <p:nvPr/>
        </p:nvCxnSpPr>
        <p:spPr>
          <a:xfrm flipH="1">
            <a:off x="5334000" y="49530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7" name="Google Shape;1377;p24"/>
          <p:cNvCxnSpPr/>
          <p:nvPr/>
        </p:nvCxnSpPr>
        <p:spPr>
          <a:xfrm>
            <a:off x="8153400" y="3429000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24"/>
          <p:cNvSpPr txBox="1"/>
          <p:nvPr/>
        </p:nvSpPr>
        <p:spPr>
          <a:xfrm>
            <a:off x="3276600" y="4191001"/>
            <a:ext cx="1066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Information Services</a:t>
            </a:r>
            <a:endParaRPr/>
          </a:p>
        </p:txBody>
      </p:sp>
      <p:sp>
        <p:nvSpPr>
          <p:cNvPr id="1379" name="Google Shape;1379;p24"/>
          <p:cNvSpPr txBox="1"/>
          <p:nvPr/>
        </p:nvSpPr>
        <p:spPr>
          <a:xfrm>
            <a:off x="3870325" y="4608513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24"/>
          <p:cNvSpPr txBox="1"/>
          <p:nvPr/>
        </p:nvSpPr>
        <p:spPr>
          <a:xfrm>
            <a:off x="8991600" y="3962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Authorization  Services</a:t>
            </a:r>
            <a:endParaRPr/>
          </a:p>
        </p:txBody>
      </p:sp>
      <p:sp>
        <p:nvSpPr>
          <p:cNvPr id="1381" name="Google Shape;1381;p24"/>
          <p:cNvSpPr txBox="1"/>
          <p:nvPr/>
        </p:nvSpPr>
        <p:spPr>
          <a:xfrm>
            <a:off x="3200400" y="57912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ATM Services</a:t>
            </a:r>
            <a:endParaRPr/>
          </a:p>
        </p:txBody>
      </p:sp>
      <p:sp>
        <p:nvSpPr>
          <p:cNvPr id="1382" name="Google Shape;1382;p24"/>
          <p:cNvSpPr txBox="1"/>
          <p:nvPr/>
        </p:nvSpPr>
        <p:spPr>
          <a:xfrm>
            <a:off x="8686800" y="54102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Trading Services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5"/>
          <p:cNvSpPr/>
          <p:nvPr/>
        </p:nvSpPr>
        <p:spPr>
          <a:xfrm>
            <a:off x="1463040" y="2026921"/>
            <a:ext cx="9433560" cy="37642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25"/>
          <p:cNvSpPr txBox="1"/>
          <p:nvPr>
            <p:ph type="title"/>
          </p:nvPr>
        </p:nvSpPr>
        <p:spPr>
          <a:xfrm>
            <a:off x="1717040" y="788001"/>
            <a:ext cx="9391562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AUTOMATIC TELLER MACHINE NETWORK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26"/>
          <p:cNvSpPr txBox="1"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Distributed System Characteristics</a:t>
            </a:r>
            <a:endParaRPr/>
          </a:p>
        </p:txBody>
      </p:sp>
      <p:sp>
        <p:nvSpPr>
          <p:cNvPr id="1394" name="Google Shape;1394;p26"/>
          <p:cNvSpPr txBox="1"/>
          <p:nvPr>
            <p:ph idx="1" type="body"/>
          </p:nvPr>
        </p:nvSpPr>
        <p:spPr>
          <a:xfrm>
            <a:off x="508000" y="1600200"/>
            <a:ext cx="11277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present a single-system image: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Hide internal organization, communication details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 uniform interface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Easily expandable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Adding new computers is hidden from users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Continuous availability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Failures in one component can be covered by other components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Supported by </a:t>
            </a:r>
            <a:r>
              <a:rPr lang="en-US">
                <a:solidFill>
                  <a:srgbClr val="002060"/>
                </a:solidFill>
              </a:rPr>
              <a:t>middleware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7"/>
          <p:cNvSpPr txBox="1"/>
          <p:nvPr>
            <p:ph type="title"/>
          </p:nvPr>
        </p:nvSpPr>
        <p:spPr>
          <a:xfrm>
            <a:off x="1771358" y="552613"/>
            <a:ext cx="10079747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Middleware :-  INTERFACE </a:t>
            </a:r>
            <a:endParaRPr sz="3000"/>
          </a:p>
        </p:txBody>
      </p:sp>
      <p:sp>
        <p:nvSpPr>
          <p:cNvPr id="1400" name="Google Shape;1400;p27"/>
          <p:cNvSpPr txBox="1"/>
          <p:nvPr/>
        </p:nvSpPr>
        <p:spPr>
          <a:xfrm>
            <a:off x="1831340" y="1562188"/>
            <a:ext cx="8365490" cy="4087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-274955" lvl="0" marL="287020" marR="0" rtl="0" algn="l">
              <a:spcBef>
                <a:spcPts val="0"/>
              </a:spcBef>
              <a:spcAft>
                <a:spcPts val="0"/>
              </a:spcAft>
              <a:buClr>
                <a:srgbClr val="FD8537"/>
              </a:buClr>
              <a:buSzPts val="145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Variety and differences in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1" marL="652780" marR="0" rtl="0" algn="l">
              <a:spcBef>
                <a:spcPts val="250"/>
              </a:spcBef>
              <a:spcAft>
                <a:spcPts val="0"/>
              </a:spcAft>
              <a:buClr>
                <a:srgbClr val="FD8537"/>
              </a:buClr>
              <a:buSzPts val="1650"/>
              <a:buFont typeface="Arial"/>
              <a:buChar char="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1" marL="652780" marR="0" rtl="0" algn="l">
              <a:spcBef>
                <a:spcPts val="254"/>
              </a:spcBef>
              <a:spcAft>
                <a:spcPts val="0"/>
              </a:spcAft>
              <a:buClr>
                <a:srgbClr val="FD8537"/>
              </a:buClr>
              <a:buSzPts val="1650"/>
              <a:buFont typeface="Arial"/>
              <a:buChar char="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hardware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1" marL="652780" marR="0" rtl="0" algn="l">
              <a:spcBef>
                <a:spcPts val="250"/>
              </a:spcBef>
              <a:spcAft>
                <a:spcPts val="0"/>
              </a:spcAft>
              <a:buClr>
                <a:srgbClr val="FD8537"/>
              </a:buClr>
              <a:buSzPts val="1650"/>
              <a:buFont typeface="Arial"/>
              <a:buChar char="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1" marL="652780" marR="0" rtl="0" algn="l">
              <a:spcBef>
                <a:spcPts val="254"/>
              </a:spcBef>
              <a:spcAft>
                <a:spcPts val="0"/>
              </a:spcAft>
              <a:buClr>
                <a:srgbClr val="FD8537"/>
              </a:buClr>
              <a:buSzPts val="1650"/>
              <a:buFont typeface="Arial"/>
              <a:buChar char="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languages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1" marL="652780" marR="0" rtl="0" algn="l">
              <a:spcBef>
                <a:spcPts val="250"/>
              </a:spcBef>
              <a:spcAft>
                <a:spcPts val="0"/>
              </a:spcAft>
              <a:buClr>
                <a:srgbClr val="FD8537"/>
              </a:buClr>
              <a:buSzPts val="1650"/>
              <a:buFont typeface="Arial"/>
              <a:buChar char="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Implementations by different developers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0" marL="287020" marR="5080" rtl="0" algn="l">
              <a:lnSpc>
                <a:spcPct val="108095"/>
              </a:lnSpc>
              <a:spcBef>
                <a:spcPts val="635"/>
              </a:spcBef>
              <a:spcAft>
                <a:spcPts val="0"/>
              </a:spcAft>
              <a:buClr>
                <a:srgbClr val="FD8537"/>
              </a:buClr>
              <a:buSzPts val="1450"/>
              <a:buFont typeface="Noto Sans Symbols"/>
              <a:buChar char="🞆"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Middleware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software layers to provide a programming abstraction  as well as masking the heterogeneity of the underlying networks,  hardware, OS, and programming languages (e.g., CORBA).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955" lvl="0" marL="287020" marR="134620" rtl="0" algn="l">
              <a:lnSpc>
                <a:spcPct val="90100"/>
              </a:lnSpc>
              <a:spcBef>
                <a:spcPts val="560"/>
              </a:spcBef>
              <a:spcAft>
                <a:spcPts val="0"/>
              </a:spcAft>
              <a:buClr>
                <a:srgbClr val="FD8537"/>
              </a:buClr>
              <a:buSzPts val="1450"/>
              <a:buFont typeface="Noto Sans Symbols"/>
              <a:buChar char="🞆"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Code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refer to code that can be sent from one computer to  another and run at the destination (e.g., Java applets and Java  </a:t>
            </a: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Middleware Examples</a:t>
            </a:r>
            <a:endParaRPr/>
          </a:p>
        </p:txBody>
      </p:sp>
      <p:sp>
        <p:nvSpPr>
          <p:cNvPr id="1406" name="Google Shape;140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CORBA (Common Object Request Broker Architecture)- OMG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DCOM (Distributed Component Object Management)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Sun’s ONC RPC (Open Network Computing Remote Procedure Call)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RMI (Remote Method Invocation)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SOAP (Simple Object Access Protocol)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Middleware Examples</a:t>
            </a:r>
            <a:endParaRPr/>
          </a:p>
        </p:txBody>
      </p:sp>
      <p:sp>
        <p:nvSpPr>
          <p:cNvPr id="1412" name="Google Shape;1412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of the previous examples support communication across a network: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provide protocols that allow a program running on one kind of computer, using one kind of operating system, to call a program running on another computer with a different operating 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communicating programs must be running the </a:t>
            </a:r>
            <a:r>
              <a:rPr i="1" lang="en-US"/>
              <a:t>same</a:t>
            </a:r>
            <a:r>
              <a:rPr lang="en-US"/>
              <a:t> middleware.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Definition of a Distributed System</a:t>
            </a:r>
            <a:endParaRPr/>
          </a:p>
        </p:txBody>
      </p:sp>
      <p:sp>
        <p:nvSpPr>
          <p:cNvPr id="1419" name="Google Shape;1419;p30"/>
          <p:cNvSpPr txBox="1"/>
          <p:nvPr/>
        </p:nvSpPr>
        <p:spPr>
          <a:xfrm>
            <a:off x="203200" y="5410200"/>
            <a:ext cx="121920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distributed system organized as middleware. The middleware layer runs on all machines, and offers a uniform interface to the system</a:t>
            </a:r>
            <a:endParaRPr/>
          </a:p>
        </p:txBody>
      </p:sp>
      <p:pic>
        <p:nvPicPr>
          <p:cNvPr descr="01-01" id="1420" name="Google Shape;14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867" y="1749426"/>
            <a:ext cx="10524067" cy="32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1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What Is a Distributed System?</a:t>
            </a:r>
            <a:endParaRPr/>
          </a:p>
        </p:txBody>
      </p:sp>
      <p:sp>
        <p:nvSpPr>
          <p:cNvPr id="1428" name="Google Shape;1428;p31"/>
          <p:cNvSpPr/>
          <p:nvPr/>
        </p:nvSpPr>
        <p:spPr>
          <a:xfrm>
            <a:off x="2057400" y="1752600"/>
            <a:ext cx="3200400" cy="1828800"/>
          </a:xfrm>
          <a:prstGeom prst="rect">
            <a:avLst/>
          </a:prstGeom>
          <a:noFill/>
          <a:ln cap="flat" cmpd="sng" w="9525">
            <a:solidFill>
              <a:srgbClr val="FF66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31"/>
          <p:cNvSpPr txBox="1"/>
          <p:nvPr/>
        </p:nvSpPr>
        <p:spPr>
          <a:xfrm>
            <a:off x="2133600" y="2286001"/>
            <a:ext cx="3048000" cy="314325"/>
          </a:xfrm>
          <a:prstGeom prst="rect">
            <a:avLst/>
          </a:prstGeom>
          <a:gradFill>
            <a:gsLst>
              <a:gs pos="0">
                <a:srgbClr val="406D96"/>
              </a:gs>
              <a:gs pos="50000">
                <a:schemeClr val="accent1"/>
              </a:gs>
              <a:gs pos="100000">
                <a:srgbClr val="406D96"/>
              </a:gs>
            </a:gsLst>
            <a:lin ang="540000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endParaRPr/>
          </a:p>
        </p:txBody>
      </p:sp>
      <p:sp>
        <p:nvSpPr>
          <p:cNvPr id="1430" name="Google Shape;1430;p31"/>
          <p:cNvSpPr txBox="1"/>
          <p:nvPr/>
        </p:nvSpPr>
        <p:spPr>
          <a:xfrm>
            <a:off x="2133600" y="25908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OS</a:t>
            </a:r>
            <a:endParaRPr/>
          </a:p>
        </p:txBody>
      </p:sp>
      <p:sp>
        <p:nvSpPr>
          <p:cNvPr id="1431" name="Google Shape;1431;p31"/>
          <p:cNvSpPr txBox="1"/>
          <p:nvPr/>
        </p:nvSpPr>
        <p:spPr>
          <a:xfrm>
            <a:off x="2133600" y="19716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Component-1</a:t>
            </a:r>
            <a:endParaRPr/>
          </a:p>
        </p:txBody>
      </p:sp>
      <p:sp>
        <p:nvSpPr>
          <p:cNvPr id="1432" name="Google Shape;1432;p31"/>
          <p:cNvSpPr txBox="1"/>
          <p:nvPr/>
        </p:nvSpPr>
        <p:spPr>
          <a:xfrm>
            <a:off x="3886200" y="19716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Component-n</a:t>
            </a:r>
            <a:endParaRPr/>
          </a:p>
        </p:txBody>
      </p:sp>
      <p:sp>
        <p:nvSpPr>
          <p:cNvPr id="1433" name="Google Shape;1433;p31"/>
          <p:cNvSpPr txBox="1"/>
          <p:nvPr/>
        </p:nvSpPr>
        <p:spPr>
          <a:xfrm>
            <a:off x="3429000" y="19812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1434" name="Google Shape;1434;p31"/>
          <p:cNvSpPr txBox="1"/>
          <p:nvPr/>
        </p:nvSpPr>
        <p:spPr>
          <a:xfrm>
            <a:off x="3352800" y="33528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Host-1</a:t>
            </a:r>
            <a:endParaRPr/>
          </a:p>
        </p:txBody>
      </p:sp>
      <p:sp>
        <p:nvSpPr>
          <p:cNvPr id="1435" name="Google Shape;1435;p31"/>
          <p:cNvSpPr txBox="1"/>
          <p:nvPr/>
        </p:nvSpPr>
        <p:spPr>
          <a:xfrm>
            <a:off x="2133600" y="28956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</p:txBody>
      </p:sp>
      <p:sp>
        <p:nvSpPr>
          <p:cNvPr id="1436" name="Google Shape;1436;p31"/>
          <p:cNvSpPr/>
          <p:nvPr/>
        </p:nvSpPr>
        <p:spPr>
          <a:xfrm>
            <a:off x="6934200" y="3657600"/>
            <a:ext cx="3200400" cy="1828800"/>
          </a:xfrm>
          <a:prstGeom prst="rect">
            <a:avLst/>
          </a:prstGeom>
          <a:noFill/>
          <a:ln cap="flat" cmpd="sng" w="9525">
            <a:solidFill>
              <a:srgbClr val="FF66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31"/>
          <p:cNvSpPr txBox="1"/>
          <p:nvPr/>
        </p:nvSpPr>
        <p:spPr>
          <a:xfrm>
            <a:off x="7010400" y="4191001"/>
            <a:ext cx="3048000" cy="314325"/>
          </a:xfrm>
          <a:prstGeom prst="rect">
            <a:avLst/>
          </a:prstGeom>
          <a:gradFill>
            <a:gsLst>
              <a:gs pos="0">
                <a:srgbClr val="406D96"/>
              </a:gs>
              <a:gs pos="50000">
                <a:schemeClr val="accent1"/>
              </a:gs>
              <a:gs pos="100000">
                <a:srgbClr val="406D96"/>
              </a:gs>
            </a:gsLst>
            <a:lin ang="540000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endParaRPr/>
          </a:p>
        </p:txBody>
      </p:sp>
      <p:sp>
        <p:nvSpPr>
          <p:cNvPr id="1438" name="Google Shape;1438;p31"/>
          <p:cNvSpPr txBox="1"/>
          <p:nvPr/>
        </p:nvSpPr>
        <p:spPr>
          <a:xfrm>
            <a:off x="7010400" y="44958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OS</a:t>
            </a:r>
            <a:endParaRPr/>
          </a:p>
        </p:txBody>
      </p:sp>
      <p:sp>
        <p:nvSpPr>
          <p:cNvPr id="1439" name="Google Shape;1439;p31"/>
          <p:cNvSpPr txBox="1"/>
          <p:nvPr/>
        </p:nvSpPr>
        <p:spPr>
          <a:xfrm>
            <a:off x="7010400" y="38766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Component-1</a:t>
            </a:r>
            <a:endParaRPr/>
          </a:p>
        </p:txBody>
      </p:sp>
      <p:sp>
        <p:nvSpPr>
          <p:cNvPr id="1440" name="Google Shape;1440;p31"/>
          <p:cNvSpPr txBox="1"/>
          <p:nvPr/>
        </p:nvSpPr>
        <p:spPr>
          <a:xfrm>
            <a:off x="8763000" y="38766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Component-n</a:t>
            </a:r>
            <a:endParaRPr/>
          </a:p>
        </p:txBody>
      </p:sp>
      <p:sp>
        <p:nvSpPr>
          <p:cNvPr id="1441" name="Google Shape;1441;p31"/>
          <p:cNvSpPr txBox="1"/>
          <p:nvPr/>
        </p:nvSpPr>
        <p:spPr>
          <a:xfrm>
            <a:off x="8305800" y="38862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1442" name="Google Shape;1442;p31"/>
          <p:cNvSpPr txBox="1"/>
          <p:nvPr/>
        </p:nvSpPr>
        <p:spPr>
          <a:xfrm>
            <a:off x="8229600" y="52578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Host-3</a:t>
            </a:r>
            <a:endParaRPr/>
          </a:p>
        </p:txBody>
      </p:sp>
      <p:sp>
        <p:nvSpPr>
          <p:cNvPr id="1443" name="Google Shape;1443;p31"/>
          <p:cNvSpPr txBox="1"/>
          <p:nvPr/>
        </p:nvSpPr>
        <p:spPr>
          <a:xfrm>
            <a:off x="7010400" y="48006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</p:txBody>
      </p:sp>
      <p:sp>
        <p:nvSpPr>
          <p:cNvPr id="1444" name="Google Shape;1444;p31"/>
          <p:cNvSpPr/>
          <p:nvPr/>
        </p:nvSpPr>
        <p:spPr>
          <a:xfrm>
            <a:off x="2057400" y="3733800"/>
            <a:ext cx="3200400" cy="1828800"/>
          </a:xfrm>
          <a:prstGeom prst="rect">
            <a:avLst/>
          </a:prstGeom>
          <a:noFill/>
          <a:ln cap="flat" cmpd="sng" w="9525">
            <a:solidFill>
              <a:srgbClr val="FF66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31"/>
          <p:cNvSpPr txBox="1"/>
          <p:nvPr/>
        </p:nvSpPr>
        <p:spPr>
          <a:xfrm>
            <a:off x="2133600" y="4267201"/>
            <a:ext cx="3048000" cy="314325"/>
          </a:xfrm>
          <a:prstGeom prst="rect">
            <a:avLst/>
          </a:prstGeom>
          <a:gradFill>
            <a:gsLst>
              <a:gs pos="0">
                <a:srgbClr val="406D96"/>
              </a:gs>
              <a:gs pos="50000">
                <a:schemeClr val="accent1"/>
              </a:gs>
              <a:gs pos="100000">
                <a:srgbClr val="406D96"/>
              </a:gs>
            </a:gsLst>
            <a:lin ang="540000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endParaRPr/>
          </a:p>
        </p:txBody>
      </p:sp>
      <p:sp>
        <p:nvSpPr>
          <p:cNvPr id="1446" name="Google Shape;1446;p31"/>
          <p:cNvSpPr txBox="1"/>
          <p:nvPr/>
        </p:nvSpPr>
        <p:spPr>
          <a:xfrm>
            <a:off x="2133600" y="45720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OS</a:t>
            </a:r>
            <a:endParaRPr/>
          </a:p>
        </p:txBody>
      </p:sp>
      <p:sp>
        <p:nvSpPr>
          <p:cNvPr id="1447" name="Google Shape;1447;p31"/>
          <p:cNvSpPr txBox="1"/>
          <p:nvPr/>
        </p:nvSpPr>
        <p:spPr>
          <a:xfrm>
            <a:off x="2133600" y="39528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Component-1</a:t>
            </a:r>
            <a:endParaRPr/>
          </a:p>
        </p:txBody>
      </p:sp>
      <p:sp>
        <p:nvSpPr>
          <p:cNvPr id="1448" name="Google Shape;1448;p31"/>
          <p:cNvSpPr txBox="1"/>
          <p:nvPr/>
        </p:nvSpPr>
        <p:spPr>
          <a:xfrm>
            <a:off x="3886200" y="39528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Component-n</a:t>
            </a:r>
            <a:endParaRPr/>
          </a:p>
        </p:txBody>
      </p:sp>
      <p:sp>
        <p:nvSpPr>
          <p:cNvPr id="1449" name="Google Shape;1449;p31"/>
          <p:cNvSpPr txBox="1"/>
          <p:nvPr/>
        </p:nvSpPr>
        <p:spPr>
          <a:xfrm>
            <a:off x="3429000" y="39624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1450" name="Google Shape;1450;p31"/>
          <p:cNvSpPr txBox="1"/>
          <p:nvPr/>
        </p:nvSpPr>
        <p:spPr>
          <a:xfrm>
            <a:off x="3276600" y="53340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Host-n</a:t>
            </a:r>
            <a:endParaRPr/>
          </a:p>
        </p:txBody>
      </p:sp>
      <p:sp>
        <p:nvSpPr>
          <p:cNvPr id="1451" name="Google Shape;1451;p31"/>
          <p:cNvSpPr txBox="1"/>
          <p:nvPr/>
        </p:nvSpPr>
        <p:spPr>
          <a:xfrm>
            <a:off x="2133600" y="48768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</p:txBody>
      </p:sp>
      <p:sp>
        <p:nvSpPr>
          <p:cNvPr id="1452" name="Google Shape;1452;p31"/>
          <p:cNvSpPr/>
          <p:nvPr/>
        </p:nvSpPr>
        <p:spPr>
          <a:xfrm>
            <a:off x="6934200" y="1676400"/>
            <a:ext cx="3200400" cy="1828800"/>
          </a:xfrm>
          <a:prstGeom prst="rect">
            <a:avLst/>
          </a:prstGeom>
          <a:noFill/>
          <a:ln cap="flat" cmpd="sng" w="9525">
            <a:solidFill>
              <a:srgbClr val="FF66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31"/>
          <p:cNvSpPr txBox="1"/>
          <p:nvPr/>
        </p:nvSpPr>
        <p:spPr>
          <a:xfrm>
            <a:off x="7010400" y="2209801"/>
            <a:ext cx="3048000" cy="314325"/>
          </a:xfrm>
          <a:prstGeom prst="rect">
            <a:avLst/>
          </a:prstGeom>
          <a:gradFill>
            <a:gsLst>
              <a:gs pos="0">
                <a:srgbClr val="406D96"/>
              </a:gs>
              <a:gs pos="50000">
                <a:schemeClr val="accent1"/>
              </a:gs>
              <a:gs pos="100000">
                <a:srgbClr val="406D96"/>
              </a:gs>
            </a:gsLst>
            <a:lin ang="540000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endParaRPr/>
          </a:p>
        </p:txBody>
      </p:sp>
      <p:sp>
        <p:nvSpPr>
          <p:cNvPr id="1454" name="Google Shape;1454;p31"/>
          <p:cNvSpPr txBox="1"/>
          <p:nvPr/>
        </p:nvSpPr>
        <p:spPr>
          <a:xfrm>
            <a:off x="7010400" y="25146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OS</a:t>
            </a:r>
            <a:endParaRPr/>
          </a:p>
        </p:txBody>
      </p:sp>
      <p:sp>
        <p:nvSpPr>
          <p:cNvPr id="1455" name="Google Shape;1455;p31"/>
          <p:cNvSpPr txBox="1"/>
          <p:nvPr/>
        </p:nvSpPr>
        <p:spPr>
          <a:xfrm>
            <a:off x="7010400" y="18954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Component-1</a:t>
            </a:r>
            <a:endParaRPr/>
          </a:p>
        </p:txBody>
      </p:sp>
      <p:sp>
        <p:nvSpPr>
          <p:cNvPr id="1456" name="Google Shape;1456;p31"/>
          <p:cNvSpPr txBox="1"/>
          <p:nvPr/>
        </p:nvSpPr>
        <p:spPr>
          <a:xfrm>
            <a:off x="8763000" y="1895476"/>
            <a:ext cx="12954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Component-n</a:t>
            </a:r>
            <a:endParaRPr/>
          </a:p>
        </p:txBody>
      </p:sp>
      <p:sp>
        <p:nvSpPr>
          <p:cNvPr id="1457" name="Google Shape;1457;p31"/>
          <p:cNvSpPr txBox="1"/>
          <p:nvPr/>
        </p:nvSpPr>
        <p:spPr>
          <a:xfrm>
            <a:off x="8305800" y="19050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1458" name="Google Shape;1458;p31"/>
          <p:cNvSpPr txBox="1"/>
          <p:nvPr/>
        </p:nvSpPr>
        <p:spPr>
          <a:xfrm>
            <a:off x="8229600" y="32766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Host-2</a:t>
            </a:r>
            <a:endParaRPr/>
          </a:p>
        </p:txBody>
      </p:sp>
      <p:sp>
        <p:nvSpPr>
          <p:cNvPr id="1459" name="Google Shape;1459;p31"/>
          <p:cNvSpPr txBox="1"/>
          <p:nvPr/>
        </p:nvSpPr>
        <p:spPr>
          <a:xfrm>
            <a:off x="7010400" y="2819401"/>
            <a:ext cx="3048000" cy="314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</p:txBody>
      </p:sp>
      <p:sp>
        <p:nvSpPr>
          <p:cNvPr id="1460" name="Google Shape;1460;p31"/>
          <p:cNvSpPr/>
          <p:nvPr/>
        </p:nvSpPr>
        <p:spPr>
          <a:xfrm>
            <a:off x="5410200" y="3276600"/>
            <a:ext cx="1447800" cy="914400"/>
          </a:xfrm>
          <a:prstGeom prst="ellipse">
            <a:avLst/>
          </a:prstGeom>
          <a:gradFill>
            <a:gsLst>
              <a:gs pos="0">
                <a:srgbClr val="5E765E"/>
              </a:gs>
              <a:gs pos="50000">
                <a:srgbClr val="CCFFCC"/>
              </a:gs>
              <a:gs pos="100000">
                <a:srgbClr val="5E765E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31"/>
          <p:cNvSpPr txBox="1"/>
          <p:nvPr/>
        </p:nvSpPr>
        <p:spPr>
          <a:xfrm>
            <a:off x="5562600" y="3505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cxnSp>
        <p:nvCxnSpPr>
          <p:cNvPr id="1462" name="Google Shape;1462;p31"/>
          <p:cNvCxnSpPr/>
          <p:nvPr/>
        </p:nvCxnSpPr>
        <p:spPr>
          <a:xfrm flipH="1" rot="10800000">
            <a:off x="5181600" y="4114800"/>
            <a:ext cx="533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3" name="Google Shape;1463;p31"/>
          <p:cNvCxnSpPr/>
          <p:nvPr/>
        </p:nvCxnSpPr>
        <p:spPr>
          <a:xfrm rot="10800000">
            <a:off x="6553200" y="4114800"/>
            <a:ext cx="457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31"/>
          <p:cNvCxnSpPr/>
          <p:nvPr/>
        </p:nvCxnSpPr>
        <p:spPr>
          <a:xfrm flipH="1">
            <a:off x="6553200" y="2590800"/>
            <a:ext cx="457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5" name="Google Shape;1465;p31"/>
          <p:cNvCxnSpPr/>
          <p:nvPr/>
        </p:nvCxnSpPr>
        <p:spPr>
          <a:xfrm>
            <a:off x="5181600" y="2743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2"/>
          <p:cNvSpPr txBox="1"/>
          <p:nvPr>
            <p:ph type="title"/>
          </p:nvPr>
        </p:nvSpPr>
        <p:spPr>
          <a:xfrm>
            <a:off x="949411" y="155060"/>
            <a:ext cx="10515600" cy="1031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Enterprise Application Integration</a:t>
            </a:r>
            <a:endParaRPr/>
          </a:p>
        </p:txBody>
      </p:sp>
      <p:sp>
        <p:nvSpPr>
          <p:cNvPr id="1472" name="Google Shape;1472;p32"/>
          <p:cNvSpPr txBox="1"/>
          <p:nvPr>
            <p:ph idx="1" type="body"/>
          </p:nvPr>
        </p:nvSpPr>
        <p:spPr>
          <a:xfrm>
            <a:off x="508000" y="5715000"/>
            <a:ext cx="12192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Middleware as a communication facilitator in enterprise application integration.</a:t>
            </a:r>
            <a:endParaRPr/>
          </a:p>
        </p:txBody>
      </p:sp>
      <p:pic>
        <p:nvPicPr>
          <p:cNvPr descr="01-11" id="1473" name="Google Shape;14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785" y="1255714"/>
            <a:ext cx="9662583" cy="390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33"/>
          <p:cNvGrpSpPr/>
          <p:nvPr/>
        </p:nvGrpSpPr>
        <p:grpSpPr>
          <a:xfrm>
            <a:off x="3676650" y="1328419"/>
            <a:ext cx="1383030" cy="487680"/>
            <a:chOff x="2152650" y="1328419"/>
            <a:chExt cx="1383030" cy="487680"/>
          </a:xfrm>
        </p:grpSpPr>
        <p:sp>
          <p:nvSpPr>
            <p:cNvPr id="1479" name="Google Shape;1479;p33"/>
            <p:cNvSpPr/>
            <p:nvPr/>
          </p:nvSpPr>
          <p:spPr>
            <a:xfrm>
              <a:off x="2264410" y="1391919"/>
              <a:ext cx="1153160" cy="363220"/>
            </a:xfrm>
            <a:custGeom>
              <a:rect b="b" l="l" r="r" t="t"/>
              <a:pathLst>
                <a:path extrusionOk="0" h="363219" w="1153160">
                  <a:moveTo>
                    <a:pt x="0" y="363219"/>
                  </a:moveTo>
                  <a:lnTo>
                    <a:pt x="6687" y="361096"/>
                  </a:lnTo>
                  <a:lnTo>
                    <a:pt x="13493" y="358616"/>
                  </a:lnTo>
                  <a:lnTo>
                    <a:pt x="20538" y="355897"/>
                  </a:lnTo>
                  <a:lnTo>
                    <a:pt x="27939" y="353059"/>
                  </a:lnTo>
                </a:path>
                <a:path extrusionOk="0" h="363219" w="1153160">
                  <a:moveTo>
                    <a:pt x="54609" y="342900"/>
                  </a:moveTo>
                  <a:lnTo>
                    <a:pt x="61257" y="340240"/>
                  </a:lnTo>
                  <a:lnTo>
                    <a:pt x="67786" y="337819"/>
                  </a:lnTo>
                  <a:lnTo>
                    <a:pt x="74076" y="335399"/>
                  </a:lnTo>
                  <a:lnTo>
                    <a:pt x="80009" y="332739"/>
                  </a:lnTo>
                </a:path>
                <a:path extrusionOk="0" h="363219" w="1153160">
                  <a:moveTo>
                    <a:pt x="106679" y="322579"/>
                  </a:moveTo>
                  <a:lnTo>
                    <a:pt x="113347" y="319742"/>
                  </a:lnTo>
                  <a:lnTo>
                    <a:pt x="120014" y="317023"/>
                  </a:lnTo>
                  <a:lnTo>
                    <a:pt x="126682" y="314543"/>
                  </a:lnTo>
                  <a:lnTo>
                    <a:pt x="133350" y="312419"/>
                  </a:lnTo>
                </a:path>
                <a:path extrusionOk="0" h="363219" w="1153160">
                  <a:moveTo>
                    <a:pt x="160019" y="302259"/>
                  </a:moveTo>
                  <a:lnTo>
                    <a:pt x="166687" y="299422"/>
                  </a:lnTo>
                  <a:lnTo>
                    <a:pt x="173355" y="296703"/>
                  </a:lnTo>
                  <a:lnTo>
                    <a:pt x="180022" y="294223"/>
                  </a:lnTo>
                  <a:lnTo>
                    <a:pt x="186689" y="292100"/>
                  </a:lnTo>
                </a:path>
                <a:path extrusionOk="0" h="363219" w="1153160">
                  <a:moveTo>
                    <a:pt x="213359" y="281939"/>
                  </a:moveTo>
                  <a:lnTo>
                    <a:pt x="220027" y="279102"/>
                  </a:lnTo>
                  <a:lnTo>
                    <a:pt x="226694" y="276383"/>
                  </a:lnTo>
                  <a:lnTo>
                    <a:pt x="233362" y="273903"/>
                  </a:lnTo>
                  <a:lnTo>
                    <a:pt x="240029" y="271779"/>
                  </a:lnTo>
                </a:path>
                <a:path extrusionOk="0" h="363219" w="1153160">
                  <a:moveTo>
                    <a:pt x="265429" y="261619"/>
                  </a:moveTo>
                  <a:lnTo>
                    <a:pt x="272097" y="258782"/>
                  </a:lnTo>
                  <a:lnTo>
                    <a:pt x="278764" y="256063"/>
                  </a:lnTo>
                  <a:lnTo>
                    <a:pt x="285432" y="253583"/>
                  </a:lnTo>
                  <a:lnTo>
                    <a:pt x="292100" y="251459"/>
                  </a:lnTo>
                </a:path>
                <a:path extrusionOk="0" h="363219" w="1153160">
                  <a:moveTo>
                    <a:pt x="318769" y="241300"/>
                  </a:moveTo>
                  <a:lnTo>
                    <a:pt x="326171" y="238462"/>
                  </a:lnTo>
                  <a:lnTo>
                    <a:pt x="333216" y="235743"/>
                  </a:lnTo>
                  <a:lnTo>
                    <a:pt x="340022" y="233263"/>
                  </a:lnTo>
                  <a:lnTo>
                    <a:pt x="346709" y="231139"/>
                  </a:lnTo>
                </a:path>
                <a:path extrusionOk="0" h="363219" w="1153160">
                  <a:moveTo>
                    <a:pt x="372109" y="220979"/>
                  </a:moveTo>
                  <a:lnTo>
                    <a:pt x="378777" y="218320"/>
                  </a:lnTo>
                  <a:lnTo>
                    <a:pt x="385444" y="215899"/>
                  </a:lnTo>
                  <a:lnTo>
                    <a:pt x="392112" y="213479"/>
                  </a:lnTo>
                  <a:lnTo>
                    <a:pt x="398779" y="210819"/>
                  </a:lnTo>
                </a:path>
                <a:path extrusionOk="0" h="363219" w="1153160">
                  <a:moveTo>
                    <a:pt x="425450" y="201929"/>
                  </a:moveTo>
                  <a:lnTo>
                    <a:pt x="432296" y="199092"/>
                  </a:lnTo>
                  <a:lnTo>
                    <a:pt x="439261" y="196373"/>
                  </a:lnTo>
                  <a:lnTo>
                    <a:pt x="445988" y="193893"/>
                  </a:lnTo>
                  <a:lnTo>
                    <a:pt x="452119" y="191769"/>
                  </a:lnTo>
                </a:path>
                <a:path extrusionOk="0" h="363219" w="1153160">
                  <a:moveTo>
                    <a:pt x="480059" y="181609"/>
                  </a:moveTo>
                  <a:lnTo>
                    <a:pt x="485993" y="178970"/>
                  </a:lnTo>
                  <a:lnTo>
                    <a:pt x="492283" y="176688"/>
                  </a:lnTo>
                  <a:lnTo>
                    <a:pt x="498812" y="174644"/>
                  </a:lnTo>
                  <a:lnTo>
                    <a:pt x="505459" y="172719"/>
                  </a:lnTo>
                </a:path>
                <a:path extrusionOk="0" h="363219" w="1153160">
                  <a:moveTo>
                    <a:pt x="532129" y="162559"/>
                  </a:moveTo>
                  <a:lnTo>
                    <a:pt x="538797" y="160456"/>
                  </a:lnTo>
                  <a:lnTo>
                    <a:pt x="545464" y="158114"/>
                  </a:lnTo>
                  <a:lnTo>
                    <a:pt x="552132" y="155773"/>
                  </a:lnTo>
                  <a:lnTo>
                    <a:pt x="558800" y="153669"/>
                  </a:lnTo>
                </a:path>
                <a:path extrusionOk="0" h="363219" w="1153160">
                  <a:moveTo>
                    <a:pt x="586739" y="143509"/>
                  </a:moveTo>
                  <a:lnTo>
                    <a:pt x="593407" y="141406"/>
                  </a:lnTo>
                  <a:lnTo>
                    <a:pt x="600075" y="139064"/>
                  </a:lnTo>
                  <a:lnTo>
                    <a:pt x="606742" y="136723"/>
                  </a:lnTo>
                  <a:lnTo>
                    <a:pt x="613409" y="134619"/>
                  </a:lnTo>
                </a:path>
                <a:path extrusionOk="0" h="363219" w="1153160">
                  <a:moveTo>
                    <a:pt x="640079" y="125729"/>
                  </a:moveTo>
                  <a:lnTo>
                    <a:pt x="646747" y="123626"/>
                  </a:lnTo>
                  <a:lnTo>
                    <a:pt x="653414" y="121285"/>
                  </a:lnTo>
                  <a:lnTo>
                    <a:pt x="660082" y="118943"/>
                  </a:lnTo>
                  <a:lnTo>
                    <a:pt x="666750" y="116839"/>
                  </a:lnTo>
                </a:path>
                <a:path extrusionOk="0" h="363219" w="1153160">
                  <a:moveTo>
                    <a:pt x="694689" y="107950"/>
                  </a:moveTo>
                  <a:lnTo>
                    <a:pt x="701357" y="105846"/>
                  </a:lnTo>
                  <a:lnTo>
                    <a:pt x="708025" y="103504"/>
                  </a:lnTo>
                  <a:lnTo>
                    <a:pt x="714692" y="101163"/>
                  </a:lnTo>
                  <a:lnTo>
                    <a:pt x="721359" y="99059"/>
                  </a:lnTo>
                </a:path>
                <a:path extrusionOk="0" h="363219" w="1153160">
                  <a:moveTo>
                    <a:pt x="748029" y="91439"/>
                  </a:moveTo>
                  <a:lnTo>
                    <a:pt x="754717" y="89336"/>
                  </a:lnTo>
                  <a:lnTo>
                    <a:pt x="761523" y="86995"/>
                  </a:lnTo>
                  <a:lnTo>
                    <a:pt x="768568" y="84653"/>
                  </a:lnTo>
                  <a:lnTo>
                    <a:pt x="775969" y="82550"/>
                  </a:lnTo>
                </a:path>
                <a:path extrusionOk="0" h="363219" w="1153160">
                  <a:moveTo>
                    <a:pt x="802639" y="74929"/>
                  </a:moveTo>
                  <a:lnTo>
                    <a:pt x="810041" y="73025"/>
                  </a:lnTo>
                  <a:lnTo>
                    <a:pt x="817086" y="71120"/>
                  </a:lnTo>
                  <a:lnTo>
                    <a:pt x="823892" y="69214"/>
                  </a:lnTo>
                  <a:lnTo>
                    <a:pt x="830579" y="67309"/>
                  </a:lnTo>
                </a:path>
                <a:path extrusionOk="0" h="363219" w="1153160">
                  <a:moveTo>
                    <a:pt x="857250" y="59689"/>
                  </a:moveTo>
                  <a:lnTo>
                    <a:pt x="864651" y="57785"/>
                  </a:lnTo>
                  <a:lnTo>
                    <a:pt x="871696" y="55879"/>
                  </a:lnTo>
                  <a:lnTo>
                    <a:pt x="878502" y="53974"/>
                  </a:lnTo>
                  <a:lnTo>
                    <a:pt x="885189" y="52069"/>
                  </a:lnTo>
                </a:path>
                <a:path extrusionOk="0" h="363219" w="1153160">
                  <a:moveTo>
                    <a:pt x="913129" y="45719"/>
                  </a:moveTo>
                  <a:lnTo>
                    <a:pt x="919797" y="43834"/>
                  </a:lnTo>
                  <a:lnTo>
                    <a:pt x="926464" y="42068"/>
                  </a:lnTo>
                  <a:lnTo>
                    <a:pt x="933132" y="40540"/>
                  </a:lnTo>
                  <a:lnTo>
                    <a:pt x="939800" y="39369"/>
                  </a:lnTo>
                </a:path>
                <a:path extrusionOk="0" h="363219" w="1153160">
                  <a:moveTo>
                    <a:pt x="967739" y="33019"/>
                  </a:moveTo>
                  <a:lnTo>
                    <a:pt x="975141" y="31313"/>
                  </a:lnTo>
                  <a:lnTo>
                    <a:pt x="982186" y="29844"/>
                  </a:lnTo>
                  <a:lnTo>
                    <a:pt x="988992" y="28376"/>
                  </a:lnTo>
                  <a:lnTo>
                    <a:pt x="995679" y="26669"/>
                  </a:lnTo>
                </a:path>
                <a:path extrusionOk="0" h="363219" w="1153160">
                  <a:moveTo>
                    <a:pt x="1023619" y="21589"/>
                  </a:moveTo>
                  <a:lnTo>
                    <a:pt x="1031021" y="19903"/>
                  </a:lnTo>
                  <a:lnTo>
                    <a:pt x="1038066" y="18573"/>
                  </a:lnTo>
                  <a:lnTo>
                    <a:pt x="1044872" y="17482"/>
                  </a:lnTo>
                  <a:lnTo>
                    <a:pt x="1051560" y="16509"/>
                  </a:lnTo>
                </a:path>
                <a:path extrusionOk="0" h="363219" w="1153160">
                  <a:moveTo>
                    <a:pt x="1079500" y="11429"/>
                  </a:moveTo>
                  <a:lnTo>
                    <a:pt x="1086901" y="10279"/>
                  </a:lnTo>
                  <a:lnTo>
                    <a:pt x="1093946" y="8889"/>
                  </a:lnTo>
                  <a:lnTo>
                    <a:pt x="1100752" y="7500"/>
                  </a:lnTo>
                  <a:lnTo>
                    <a:pt x="1107439" y="6350"/>
                  </a:lnTo>
                </a:path>
                <a:path extrusionOk="0" h="363219" w="1153160">
                  <a:moveTo>
                    <a:pt x="1136650" y="2539"/>
                  </a:moveTo>
                  <a:lnTo>
                    <a:pt x="1141729" y="1269"/>
                  </a:lnTo>
                  <a:lnTo>
                    <a:pt x="1148079" y="1269"/>
                  </a:lnTo>
                  <a:lnTo>
                    <a:pt x="1153160" y="0"/>
                  </a:lnTo>
                </a:path>
              </a:pathLst>
            </a:custGeom>
            <a:noFill/>
            <a:ln cap="flat" cmpd="sng" w="27925">
              <a:solidFill>
                <a:srgbClr val="D160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2152650" y="1328419"/>
              <a:ext cx="1383030" cy="487680"/>
            </a:xfrm>
            <a:custGeom>
              <a:rect b="b" l="l" r="r" t="t"/>
              <a:pathLst>
                <a:path extrusionOk="0" h="487680" w="1383029">
                  <a:moveTo>
                    <a:pt x="135890" y="466090"/>
                  </a:moveTo>
                  <a:lnTo>
                    <a:pt x="43180" y="453390"/>
                  </a:lnTo>
                  <a:lnTo>
                    <a:pt x="102870" y="382270"/>
                  </a:lnTo>
                  <a:lnTo>
                    <a:pt x="86360" y="369570"/>
                  </a:lnTo>
                  <a:lnTo>
                    <a:pt x="0" y="469900"/>
                  </a:lnTo>
                  <a:lnTo>
                    <a:pt x="132080" y="487680"/>
                  </a:lnTo>
                  <a:lnTo>
                    <a:pt x="135890" y="466090"/>
                  </a:lnTo>
                  <a:close/>
                </a:path>
                <a:path extrusionOk="0" h="487680" w="1383029">
                  <a:moveTo>
                    <a:pt x="1383030" y="55880"/>
                  </a:moveTo>
                  <a:lnTo>
                    <a:pt x="1262380" y="0"/>
                  </a:lnTo>
                  <a:lnTo>
                    <a:pt x="1252220" y="20320"/>
                  </a:lnTo>
                  <a:lnTo>
                    <a:pt x="1337310" y="58420"/>
                  </a:lnTo>
                  <a:lnTo>
                    <a:pt x="1258570" y="109220"/>
                  </a:lnTo>
                  <a:lnTo>
                    <a:pt x="1271270" y="128270"/>
                  </a:lnTo>
                  <a:lnTo>
                    <a:pt x="1383030" y="55880"/>
                  </a:lnTo>
                  <a:close/>
                </a:path>
              </a:pathLst>
            </a:custGeom>
            <a:solidFill>
              <a:srgbClr val="D160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1" name="Google Shape;1481;p33"/>
          <p:cNvGrpSpPr/>
          <p:nvPr/>
        </p:nvGrpSpPr>
        <p:grpSpPr>
          <a:xfrm>
            <a:off x="6511290" y="1248409"/>
            <a:ext cx="1019810" cy="157480"/>
            <a:chOff x="4987290" y="1248409"/>
            <a:chExt cx="1019810" cy="157480"/>
          </a:xfrm>
        </p:grpSpPr>
        <p:sp>
          <p:nvSpPr>
            <p:cNvPr id="1482" name="Google Shape;1482;p33"/>
            <p:cNvSpPr/>
            <p:nvPr/>
          </p:nvSpPr>
          <p:spPr>
            <a:xfrm>
              <a:off x="5106670" y="1305560"/>
              <a:ext cx="765810" cy="33020"/>
            </a:xfrm>
            <a:custGeom>
              <a:rect b="b" l="l" r="r" t="t"/>
              <a:pathLst>
                <a:path extrusionOk="0" h="33019" w="765810">
                  <a:moveTo>
                    <a:pt x="0" y="6350"/>
                  </a:moveTo>
                  <a:lnTo>
                    <a:pt x="7600" y="6350"/>
                  </a:lnTo>
                  <a:lnTo>
                    <a:pt x="15081" y="6350"/>
                  </a:lnTo>
                  <a:lnTo>
                    <a:pt x="22324" y="6350"/>
                  </a:lnTo>
                  <a:lnTo>
                    <a:pt x="29209" y="6350"/>
                  </a:lnTo>
                </a:path>
                <a:path extrusionOk="0" h="33019" w="765810">
                  <a:moveTo>
                    <a:pt x="58419" y="5079"/>
                  </a:moveTo>
                  <a:lnTo>
                    <a:pt x="65821" y="5079"/>
                  </a:lnTo>
                  <a:lnTo>
                    <a:pt x="72866" y="5079"/>
                  </a:lnTo>
                  <a:lnTo>
                    <a:pt x="79672" y="5079"/>
                  </a:lnTo>
                  <a:lnTo>
                    <a:pt x="86359" y="5079"/>
                  </a:lnTo>
                </a:path>
                <a:path extrusionOk="0" h="33019" w="765810">
                  <a:moveTo>
                    <a:pt x="114300" y="3810"/>
                  </a:moveTo>
                  <a:lnTo>
                    <a:pt x="121721" y="3810"/>
                  </a:lnTo>
                  <a:lnTo>
                    <a:pt x="128904" y="3810"/>
                  </a:lnTo>
                  <a:lnTo>
                    <a:pt x="136088" y="3810"/>
                  </a:lnTo>
                  <a:lnTo>
                    <a:pt x="143509" y="3810"/>
                  </a:lnTo>
                </a:path>
                <a:path extrusionOk="0" h="33019" w="765810">
                  <a:moveTo>
                    <a:pt x="171450" y="2539"/>
                  </a:moveTo>
                  <a:lnTo>
                    <a:pt x="178871" y="2539"/>
                  </a:lnTo>
                  <a:lnTo>
                    <a:pt x="186054" y="2539"/>
                  </a:lnTo>
                  <a:lnTo>
                    <a:pt x="193238" y="2539"/>
                  </a:lnTo>
                  <a:lnTo>
                    <a:pt x="200659" y="2539"/>
                  </a:lnTo>
                </a:path>
                <a:path extrusionOk="0" h="33019" w="765810">
                  <a:moveTo>
                    <a:pt x="228600" y="1269"/>
                  </a:moveTo>
                  <a:lnTo>
                    <a:pt x="236021" y="1269"/>
                  </a:lnTo>
                  <a:lnTo>
                    <a:pt x="243204" y="1269"/>
                  </a:lnTo>
                  <a:lnTo>
                    <a:pt x="250388" y="1269"/>
                  </a:lnTo>
                  <a:lnTo>
                    <a:pt x="257809" y="1269"/>
                  </a:lnTo>
                </a:path>
                <a:path extrusionOk="0" h="33019" w="765810">
                  <a:moveTo>
                    <a:pt x="285750" y="0"/>
                  </a:moveTo>
                  <a:lnTo>
                    <a:pt x="292615" y="0"/>
                  </a:lnTo>
                  <a:lnTo>
                    <a:pt x="299719" y="0"/>
                  </a:lnTo>
                  <a:lnTo>
                    <a:pt x="306824" y="0"/>
                  </a:lnTo>
                  <a:lnTo>
                    <a:pt x="313689" y="0"/>
                  </a:lnTo>
                </a:path>
                <a:path extrusionOk="0" h="33019" w="765810">
                  <a:moveTo>
                    <a:pt x="342900" y="0"/>
                  </a:moveTo>
                  <a:lnTo>
                    <a:pt x="349765" y="0"/>
                  </a:lnTo>
                  <a:lnTo>
                    <a:pt x="356869" y="0"/>
                  </a:lnTo>
                  <a:lnTo>
                    <a:pt x="363974" y="0"/>
                  </a:lnTo>
                  <a:lnTo>
                    <a:pt x="370839" y="0"/>
                  </a:lnTo>
                </a:path>
                <a:path extrusionOk="0" h="33019" w="765810">
                  <a:moveTo>
                    <a:pt x="398779" y="0"/>
                  </a:moveTo>
                  <a:lnTo>
                    <a:pt x="406201" y="0"/>
                  </a:lnTo>
                  <a:lnTo>
                    <a:pt x="413385" y="0"/>
                  </a:lnTo>
                  <a:lnTo>
                    <a:pt x="420568" y="0"/>
                  </a:lnTo>
                  <a:lnTo>
                    <a:pt x="427989" y="0"/>
                  </a:lnTo>
                </a:path>
                <a:path extrusionOk="0" h="33019" w="765810">
                  <a:moveTo>
                    <a:pt x="455929" y="1269"/>
                  </a:moveTo>
                  <a:lnTo>
                    <a:pt x="462795" y="1289"/>
                  </a:lnTo>
                  <a:lnTo>
                    <a:pt x="469899" y="1428"/>
                  </a:lnTo>
                  <a:lnTo>
                    <a:pt x="477004" y="1805"/>
                  </a:lnTo>
                  <a:lnTo>
                    <a:pt x="483869" y="2539"/>
                  </a:lnTo>
                </a:path>
                <a:path extrusionOk="0" h="33019" w="765810">
                  <a:moveTo>
                    <a:pt x="513079" y="2539"/>
                  </a:moveTo>
                  <a:lnTo>
                    <a:pt x="519945" y="3294"/>
                  </a:lnTo>
                  <a:lnTo>
                    <a:pt x="527049" y="3809"/>
                  </a:lnTo>
                  <a:lnTo>
                    <a:pt x="534154" y="4325"/>
                  </a:lnTo>
                  <a:lnTo>
                    <a:pt x="541019" y="5079"/>
                  </a:lnTo>
                </a:path>
                <a:path extrusionOk="0" h="33019" w="765810">
                  <a:moveTo>
                    <a:pt x="568959" y="6350"/>
                  </a:moveTo>
                  <a:lnTo>
                    <a:pt x="576361" y="7104"/>
                  </a:lnTo>
                  <a:lnTo>
                    <a:pt x="583406" y="7619"/>
                  </a:lnTo>
                  <a:lnTo>
                    <a:pt x="590212" y="8135"/>
                  </a:lnTo>
                  <a:lnTo>
                    <a:pt x="596900" y="8889"/>
                  </a:lnTo>
                </a:path>
                <a:path extrusionOk="0" h="33019" w="765810">
                  <a:moveTo>
                    <a:pt x="626109" y="11429"/>
                  </a:moveTo>
                  <a:lnTo>
                    <a:pt x="632975" y="12362"/>
                  </a:lnTo>
                  <a:lnTo>
                    <a:pt x="640079" y="13176"/>
                  </a:lnTo>
                  <a:lnTo>
                    <a:pt x="647184" y="13751"/>
                  </a:lnTo>
                  <a:lnTo>
                    <a:pt x="654050" y="13969"/>
                  </a:lnTo>
                </a:path>
                <a:path extrusionOk="0" h="33019" w="765810">
                  <a:moveTo>
                    <a:pt x="681989" y="19050"/>
                  </a:moveTo>
                  <a:lnTo>
                    <a:pt x="688855" y="20002"/>
                  </a:lnTo>
                  <a:lnTo>
                    <a:pt x="695959" y="20954"/>
                  </a:lnTo>
                  <a:lnTo>
                    <a:pt x="703064" y="21907"/>
                  </a:lnTo>
                  <a:lnTo>
                    <a:pt x="709929" y="22860"/>
                  </a:lnTo>
                </a:path>
                <a:path extrusionOk="0" h="33019" w="765810">
                  <a:moveTo>
                    <a:pt x="737869" y="27939"/>
                  </a:moveTo>
                  <a:lnTo>
                    <a:pt x="745271" y="29090"/>
                  </a:lnTo>
                  <a:lnTo>
                    <a:pt x="752316" y="30479"/>
                  </a:lnTo>
                  <a:lnTo>
                    <a:pt x="759122" y="31869"/>
                  </a:lnTo>
                  <a:lnTo>
                    <a:pt x="765809" y="33019"/>
                  </a:lnTo>
                </a:path>
              </a:pathLst>
            </a:custGeom>
            <a:noFill/>
            <a:ln cap="flat" cmpd="sng" w="27925">
              <a:solidFill>
                <a:srgbClr val="D160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4987290" y="1248409"/>
              <a:ext cx="1019810" cy="157480"/>
            </a:xfrm>
            <a:custGeom>
              <a:rect b="b" l="l" r="r" t="t"/>
              <a:pathLst>
                <a:path extrusionOk="0" h="157480" w="1019810">
                  <a:moveTo>
                    <a:pt x="129540" y="107950"/>
                  </a:moveTo>
                  <a:lnTo>
                    <a:pt x="46990" y="66040"/>
                  </a:lnTo>
                  <a:lnTo>
                    <a:pt x="127000" y="19050"/>
                  </a:lnTo>
                  <a:lnTo>
                    <a:pt x="115570" y="0"/>
                  </a:lnTo>
                  <a:lnTo>
                    <a:pt x="0" y="67310"/>
                  </a:lnTo>
                  <a:lnTo>
                    <a:pt x="118110" y="128270"/>
                  </a:lnTo>
                  <a:lnTo>
                    <a:pt x="129540" y="107950"/>
                  </a:lnTo>
                  <a:close/>
                </a:path>
                <a:path extrusionOk="0" h="157480" w="1019810">
                  <a:moveTo>
                    <a:pt x="1019810" y="135890"/>
                  </a:moveTo>
                  <a:lnTo>
                    <a:pt x="930910" y="36830"/>
                  </a:lnTo>
                  <a:lnTo>
                    <a:pt x="914400" y="50800"/>
                  </a:lnTo>
                  <a:lnTo>
                    <a:pt x="976630" y="120650"/>
                  </a:lnTo>
                  <a:lnTo>
                    <a:pt x="883920" y="135890"/>
                  </a:lnTo>
                  <a:lnTo>
                    <a:pt x="887730" y="157480"/>
                  </a:lnTo>
                  <a:lnTo>
                    <a:pt x="1019810" y="135890"/>
                  </a:lnTo>
                  <a:close/>
                </a:path>
              </a:pathLst>
            </a:custGeom>
            <a:solidFill>
              <a:srgbClr val="D160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4" name="Google Shape;1484;p33"/>
          <p:cNvGrpSpPr/>
          <p:nvPr/>
        </p:nvGrpSpPr>
        <p:grpSpPr>
          <a:xfrm>
            <a:off x="8296910" y="1623059"/>
            <a:ext cx="635000" cy="1380490"/>
            <a:chOff x="6772910" y="1623059"/>
            <a:chExt cx="635000" cy="1380490"/>
          </a:xfrm>
        </p:grpSpPr>
        <p:sp>
          <p:nvSpPr>
            <p:cNvPr id="1485" name="Google Shape;1485;p33"/>
            <p:cNvSpPr/>
            <p:nvPr/>
          </p:nvSpPr>
          <p:spPr>
            <a:xfrm>
              <a:off x="6831329" y="1728470"/>
              <a:ext cx="514350" cy="1158240"/>
            </a:xfrm>
            <a:custGeom>
              <a:rect b="b" l="l" r="r" t="t"/>
              <a:pathLst>
                <a:path extrusionOk="0" h="1158239" w="514350">
                  <a:moveTo>
                    <a:pt x="0" y="0"/>
                  </a:moveTo>
                  <a:lnTo>
                    <a:pt x="3075" y="5933"/>
                  </a:lnTo>
                  <a:lnTo>
                    <a:pt x="6508" y="12223"/>
                  </a:lnTo>
                  <a:lnTo>
                    <a:pt x="10179" y="18752"/>
                  </a:lnTo>
                  <a:lnTo>
                    <a:pt x="13970" y="25400"/>
                  </a:lnTo>
                </a:path>
                <a:path extrusionOk="0" h="1158239" w="514350">
                  <a:moveTo>
                    <a:pt x="27940" y="50800"/>
                  </a:moveTo>
                  <a:lnTo>
                    <a:pt x="31015" y="56713"/>
                  </a:lnTo>
                  <a:lnTo>
                    <a:pt x="34448" y="62864"/>
                  </a:lnTo>
                  <a:lnTo>
                    <a:pt x="38119" y="69016"/>
                  </a:lnTo>
                  <a:lnTo>
                    <a:pt x="41910" y="74929"/>
                  </a:lnTo>
                </a:path>
                <a:path extrusionOk="0" h="1158239" w="514350">
                  <a:moveTo>
                    <a:pt x="54610" y="100329"/>
                  </a:moveTo>
                  <a:lnTo>
                    <a:pt x="58221" y="106779"/>
                  </a:lnTo>
                  <a:lnTo>
                    <a:pt x="61595" y="112871"/>
                  </a:lnTo>
                  <a:lnTo>
                    <a:pt x="64968" y="118725"/>
                  </a:lnTo>
                  <a:lnTo>
                    <a:pt x="68579" y="124459"/>
                  </a:lnTo>
                </a:path>
                <a:path extrusionOk="0" h="1158239" w="514350">
                  <a:moveTo>
                    <a:pt x="81279" y="149859"/>
                  </a:moveTo>
                  <a:lnTo>
                    <a:pt x="85070" y="155793"/>
                  </a:lnTo>
                  <a:lnTo>
                    <a:pt x="88741" y="162083"/>
                  </a:lnTo>
                  <a:lnTo>
                    <a:pt x="92174" y="168612"/>
                  </a:lnTo>
                  <a:lnTo>
                    <a:pt x="95250" y="175259"/>
                  </a:lnTo>
                </a:path>
                <a:path extrusionOk="0" h="1158239" w="514350">
                  <a:moveTo>
                    <a:pt x="109220" y="200659"/>
                  </a:moveTo>
                  <a:lnTo>
                    <a:pt x="112831" y="206573"/>
                  </a:lnTo>
                  <a:lnTo>
                    <a:pt x="116204" y="212724"/>
                  </a:lnTo>
                  <a:lnTo>
                    <a:pt x="119578" y="218876"/>
                  </a:lnTo>
                  <a:lnTo>
                    <a:pt x="123190" y="224789"/>
                  </a:lnTo>
                </a:path>
                <a:path extrusionOk="0" h="1158239" w="514350">
                  <a:moveTo>
                    <a:pt x="135890" y="250189"/>
                  </a:moveTo>
                  <a:lnTo>
                    <a:pt x="139501" y="256103"/>
                  </a:lnTo>
                  <a:lnTo>
                    <a:pt x="142875" y="262254"/>
                  </a:lnTo>
                  <a:lnTo>
                    <a:pt x="146248" y="268406"/>
                  </a:lnTo>
                  <a:lnTo>
                    <a:pt x="149860" y="274319"/>
                  </a:lnTo>
                </a:path>
                <a:path extrusionOk="0" h="1158239" w="514350">
                  <a:moveTo>
                    <a:pt x="163829" y="299719"/>
                  </a:moveTo>
                  <a:lnTo>
                    <a:pt x="166885" y="306367"/>
                  </a:lnTo>
                  <a:lnTo>
                    <a:pt x="170179" y="312896"/>
                  </a:lnTo>
                  <a:lnTo>
                    <a:pt x="173474" y="319186"/>
                  </a:lnTo>
                  <a:lnTo>
                    <a:pt x="176529" y="325119"/>
                  </a:lnTo>
                </a:path>
                <a:path extrusionOk="0" h="1158239" w="514350">
                  <a:moveTo>
                    <a:pt x="190500" y="350519"/>
                  </a:moveTo>
                  <a:lnTo>
                    <a:pt x="193555" y="356989"/>
                  </a:lnTo>
                  <a:lnTo>
                    <a:pt x="196850" y="363219"/>
                  </a:lnTo>
                  <a:lnTo>
                    <a:pt x="200144" y="369450"/>
                  </a:lnTo>
                  <a:lnTo>
                    <a:pt x="203200" y="375919"/>
                  </a:lnTo>
                </a:path>
                <a:path extrusionOk="0" h="1158239" w="514350">
                  <a:moveTo>
                    <a:pt x="215900" y="400050"/>
                  </a:moveTo>
                  <a:lnTo>
                    <a:pt x="219511" y="406519"/>
                  </a:lnTo>
                  <a:lnTo>
                    <a:pt x="222884" y="412749"/>
                  </a:lnTo>
                  <a:lnTo>
                    <a:pt x="226258" y="418980"/>
                  </a:lnTo>
                  <a:lnTo>
                    <a:pt x="229870" y="425450"/>
                  </a:lnTo>
                </a:path>
                <a:path extrusionOk="0" h="1158239" w="514350">
                  <a:moveTo>
                    <a:pt x="242570" y="450850"/>
                  </a:moveTo>
                  <a:lnTo>
                    <a:pt x="246181" y="457319"/>
                  </a:lnTo>
                  <a:lnTo>
                    <a:pt x="249554" y="463549"/>
                  </a:lnTo>
                  <a:lnTo>
                    <a:pt x="252928" y="469780"/>
                  </a:lnTo>
                  <a:lnTo>
                    <a:pt x="256540" y="476250"/>
                  </a:lnTo>
                </a:path>
                <a:path extrusionOk="0" h="1158239" w="514350">
                  <a:moveTo>
                    <a:pt x="269240" y="501650"/>
                  </a:moveTo>
                  <a:lnTo>
                    <a:pt x="272117" y="508099"/>
                  </a:lnTo>
                  <a:lnTo>
                    <a:pt x="275113" y="514191"/>
                  </a:lnTo>
                  <a:lnTo>
                    <a:pt x="278348" y="520045"/>
                  </a:lnTo>
                  <a:lnTo>
                    <a:pt x="281940" y="525779"/>
                  </a:lnTo>
                </a:path>
                <a:path extrusionOk="0" h="1158239" w="514350">
                  <a:moveTo>
                    <a:pt x="294640" y="552450"/>
                  </a:moveTo>
                  <a:lnTo>
                    <a:pt x="297517" y="559097"/>
                  </a:lnTo>
                  <a:lnTo>
                    <a:pt x="300513" y="565626"/>
                  </a:lnTo>
                  <a:lnTo>
                    <a:pt x="303748" y="571916"/>
                  </a:lnTo>
                  <a:lnTo>
                    <a:pt x="307340" y="577850"/>
                  </a:lnTo>
                </a:path>
                <a:path extrusionOk="0" h="1158239" w="514350">
                  <a:moveTo>
                    <a:pt x="318770" y="603250"/>
                  </a:moveTo>
                  <a:lnTo>
                    <a:pt x="322361" y="609897"/>
                  </a:lnTo>
                  <a:lnTo>
                    <a:pt x="325596" y="616426"/>
                  </a:lnTo>
                  <a:lnTo>
                    <a:pt x="328592" y="622716"/>
                  </a:lnTo>
                  <a:lnTo>
                    <a:pt x="331470" y="628650"/>
                  </a:lnTo>
                </a:path>
                <a:path extrusionOk="0" h="1158239" w="514350">
                  <a:moveTo>
                    <a:pt x="342900" y="655319"/>
                  </a:moveTo>
                  <a:lnTo>
                    <a:pt x="346491" y="661253"/>
                  </a:lnTo>
                  <a:lnTo>
                    <a:pt x="349726" y="667543"/>
                  </a:lnTo>
                  <a:lnTo>
                    <a:pt x="352722" y="674072"/>
                  </a:lnTo>
                  <a:lnTo>
                    <a:pt x="355600" y="680719"/>
                  </a:lnTo>
                </a:path>
                <a:path extrusionOk="0" h="1158239" w="514350">
                  <a:moveTo>
                    <a:pt x="367029" y="707389"/>
                  </a:moveTo>
                  <a:lnTo>
                    <a:pt x="369887" y="713323"/>
                  </a:lnTo>
                  <a:lnTo>
                    <a:pt x="372745" y="719613"/>
                  </a:lnTo>
                  <a:lnTo>
                    <a:pt x="375602" y="726142"/>
                  </a:lnTo>
                  <a:lnTo>
                    <a:pt x="378460" y="732789"/>
                  </a:lnTo>
                </a:path>
                <a:path extrusionOk="0" h="1158239" w="514350">
                  <a:moveTo>
                    <a:pt x="389890" y="758189"/>
                  </a:moveTo>
                  <a:lnTo>
                    <a:pt x="392747" y="764857"/>
                  </a:lnTo>
                  <a:lnTo>
                    <a:pt x="395605" y="771524"/>
                  </a:lnTo>
                  <a:lnTo>
                    <a:pt x="398462" y="778192"/>
                  </a:lnTo>
                  <a:lnTo>
                    <a:pt x="401320" y="784859"/>
                  </a:lnTo>
                </a:path>
                <a:path extrusionOk="0" h="1158239" w="514350">
                  <a:moveTo>
                    <a:pt x="411479" y="811529"/>
                  </a:moveTo>
                  <a:lnTo>
                    <a:pt x="414139" y="818197"/>
                  </a:lnTo>
                  <a:lnTo>
                    <a:pt x="416559" y="824864"/>
                  </a:lnTo>
                  <a:lnTo>
                    <a:pt x="418980" y="831532"/>
                  </a:lnTo>
                  <a:lnTo>
                    <a:pt x="421640" y="838200"/>
                  </a:lnTo>
                </a:path>
                <a:path extrusionOk="0" h="1158239" w="514350">
                  <a:moveTo>
                    <a:pt x="431800" y="863600"/>
                  </a:moveTo>
                  <a:lnTo>
                    <a:pt x="434459" y="871001"/>
                  </a:lnTo>
                  <a:lnTo>
                    <a:pt x="436879" y="878046"/>
                  </a:lnTo>
                  <a:lnTo>
                    <a:pt x="439300" y="884852"/>
                  </a:lnTo>
                  <a:lnTo>
                    <a:pt x="441960" y="891539"/>
                  </a:lnTo>
                </a:path>
                <a:path extrusionOk="0" h="1158239" w="514350">
                  <a:moveTo>
                    <a:pt x="450850" y="918209"/>
                  </a:moveTo>
                  <a:lnTo>
                    <a:pt x="453489" y="924877"/>
                  </a:lnTo>
                  <a:lnTo>
                    <a:pt x="455771" y="931545"/>
                  </a:lnTo>
                  <a:lnTo>
                    <a:pt x="457815" y="938212"/>
                  </a:lnTo>
                  <a:lnTo>
                    <a:pt x="459740" y="944879"/>
                  </a:lnTo>
                </a:path>
                <a:path extrusionOk="0" h="1158239" w="514350">
                  <a:moveTo>
                    <a:pt x="468629" y="971550"/>
                  </a:moveTo>
                  <a:lnTo>
                    <a:pt x="470554" y="978415"/>
                  </a:lnTo>
                  <a:lnTo>
                    <a:pt x="472598" y="985519"/>
                  </a:lnTo>
                  <a:lnTo>
                    <a:pt x="474880" y="992624"/>
                  </a:lnTo>
                  <a:lnTo>
                    <a:pt x="477520" y="999489"/>
                  </a:lnTo>
                </a:path>
                <a:path extrusionOk="0" h="1158239" w="514350">
                  <a:moveTo>
                    <a:pt x="485140" y="1026159"/>
                  </a:moveTo>
                  <a:lnTo>
                    <a:pt x="486846" y="1033025"/>
                  </a:lnTo>
                  <a:lnTo>
                    <a:pt x="488315" y="1040129"/>
                  </a:lnTo>
                  <a:lnTo>
                    <a:pt x="489783" y="1047234"/>
                  </a:lnTo>
                  <a:lnTo>
                    <a:pt x="491490" y="1054100"/>
                  </a:lnTo>
                </a:path>
                <a:path extrusionOk="0" h="1158239" w="514350">
                  <a:moveTo>
                    <a:pt x="497840" y="1082039"/>
                  </a:moveTo>
                  <a:lnTo>
                    <a:pt x="499725" y="1088727"/>
                  </a:lnTo>
                  <a:lnTo>
                    <a:pt x="501491" y="1095533"/>
                  </a:lnTo>
                  <a:lnTo>
                    <a:pt x="503019" y="1102578"/>
                  </a:lnTo>
                  <a:lnTo>
                    <a:pt x="504190" y="1109979"/>
                  </a:lnTo>
                </a:path>
                <a:path extrusionOk="0" h="1158239" w="514350">
                  <a:moveTo>
                    <a:pt x="510540" y="1136650"/>
                  </a:moveTo>
                  <a:lnTo>
                    <a:pt x="511810" y="1144269"/>
                  </a:lnTo>
                  <a:lnTo>
                    <a:pt x="513079" y="1150619"/>
                  </a:lnTo>
                  <a:lnTo>
                    <a:pt x="514350" y="1158239"/>
                  </a:lnTo>
                </a:path>
              </a:pathLst>
            </a:custGeom>
            <a:noFill/>
            <a:ln cap="flat" cmpd="sng" w="27925">
              <a:solidFill>
                <a:srgbClr val="D160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6772910" y="1623059"/>
              <a:ext cx="635000" cy="1380490"/>
            </a:xfrm>
            <a:custGeom>
              <a:rect b="b" l="l" r="r" t="t"/>
              <a:pathLst>
                <a:path extrusionOk="0" h="1380489" w="635000">
                  <a:moveTo>
                    <a:pt x="113030" y="7112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22860" y="134620"/>
                  </a:lnTo>
                  <a:lnTo>
                    <a:pt x="22860" y="40640"/>
                  </a:lnTo>
                  <a:lnTo>
                    <a:pt x="101600" y="91440"/>
                  </a:lnTo>
                  <a:lnTo>
                    <a:pt x="113030" y="71120"/>
                  </a:lnTo>
                  <a:close/>
                </a:path>
                <a:path extrusionOk="0" h="1380489" w="635000">
                  <a:moveTo>
                    <a:pt x="635000" y="1258570"/>
                  </a:moveTo>
                  <a:lnTo>
                    <a:pt x="614680" y="1249680"/>
                  </a:lnTo>
                  <a:lnTo>
                    <a:pt x="579120" y="1334770"/>
                  </a:lnTo>
                  <a:lnTo>
                    <a:pt x="525780" y="1258570"/>
                  </a:lnTo>
                  <a:lnTo>
                    <a:pt x="508000" y="1271270"/>
                  </a:lnTo>
                  <a:lnTo>
                    <a:pt x="582930" y="1380490"/>
                  </a:lnTo>
                  <a:lnTo>
                    <a:pt x="635000" y="1258570"/>
                  </a:lnTo>
                  <a:close/>
                </a:path>
              </a:pathLst>
            </a:custGeom>
            <a:solidFill>
              <a:srgbClr val="D160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7" name="Google Shape;1487;p33"/>
          <p:cNvSpPr txBox="1"/>
          <p:nvPr/>
        </p:nvSpPr>
        <p:spPr>
          <a:xfrm>
            <a:off x="3609339" y="1151890"/>
            <a:ext cx="92329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1601B"/>
                </a:solidFill>
                <a:latin typeface="Arial"/>
                <a:ea typeface="Arial"/>
                <a:cs typeface="Arial"/>
                <a:sym typeface="Arial"/>
              </a:rPr>
              <a:t>Cooperation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33"/>
          <p:cNvSpPr txBox="1"/>
          <p:nvPr/>
        </p:nvSpPr>
        <p:spPr>
          <a:xfrm>
            <a:off x="6344920" y="1341120"/>
            <a:ext cx="92329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1601B"/>
                </a:solidFill>
                <a:latin typeface="Arial"/>
                <a:ea typeface="Arial"/>
                <a:cs typeface="Arial"/>
                <a:sym typeface="Arial"/>
              </a:rPr>
              <a:t>Cooperation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33"/>
          <p:cNvSpPr txBox="1"/>
          <p:nvPr/>
        </p:nvSpPr>
        <p:spPr>
          <a:xfrm>
            <a:off x="8707120" y="1918970"/>
            <a:ext cx="922655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1601B"/>
                </a:solidFill>
                <a:latin typeface="Arial"/>
                <a:ea typeface="Arial"/>
                <a:cs typeface="Arial"/>
                <a:sym typeface="Arial"/>
              </a:rPr>
              <a:t>Cooperation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0" name="Google Shape;1490;p33"/>
          <p:cNvGrpSpPr/>
          <p:nvPr/>
        </p:nvGrpSpPr>
        <p:grpSpPr>
          <a:xfrm>
            <a:off x="4067811" y="2247901"/>
            <a:ext cx="3566160" cy="1798320"/>
            <a:chOff x="2543810" y="2247900"/>
            <a:chExt cx="3566160" cy="1798320"/>
          </a:xfrm>
        </p:grpSpPr>
        <p:sp>
          <p:nvSpPr>
            <p:cNvPr id="1491" name="Google Shape;1491;p33"/>
            <p:cNvSpPr/>
            <p:nvPr/>
          </p:nvSpPr>
          <p:spPr>
            <a:xfrm>
              <a:off x="2620010" y="2324100"/>
              <a:ext cx="3489960" cy="1722120"/>
            </a:xfrm>
            <a:custGeom>
              <a:rect b="b" l="l" r="r" t="t"/>
              <a:pathLst>
                <a:path extrusionOk="0" h="1722120" w="3489960">
                  <a:moveTo>
                    <a:pt x="2237301" y="1558289"/>
                  </a:moveTo>
                  <a:lnTo>
                    <a:pt x="1330960" y="1558289"/>
                  </a:lnTo>
                  <a:lnTo>
                    <a:pt x="1330056" y="1558624"/>
                  </a:lnTo>
                  <a:lnTo>
                    <a:pt x="1362170" y="1587874"/>
                  </a:lnTo>
                  <a:lnTo>
                    <a:pt x="1398422" y="1614830"/>
                  </a:lnTo>
                  <a:lnTo>
                    <a:pt x="1438103" y="1639042"/>
                  </a:lnTo>
                  <a:lnTo>
                    <a:pt x="1480870" y="1660397"/>
                  </a:lnTo>
                  <a:lnTo>
                    <a:pt x="1526381" y="1678781"/>
                  </a:lnTo>
                  <a:lnTo>
                    <a:pt x="1574291" y="1694078"/>
                  </a:lnTo>
                  <a:lnTo>
                    <a:pt x="1624260" y="1706175"/>
                  </a:lnTo>
                  <a:lnTo>
                    <a:pt x="1675942" y="1714957"/>
                  </a:lnTo>
                  <a:lnTo>
                    <a:pt x="1728997" y="1720310"/>
                  </a:lnTo>
                  <a:lnTo>
                    <a:pt x="1783079" y="1722120"/>
                  </a:lnTo>
                  <a:lnTo>
                    <a:pt x="1837923" y="1720274"/>
                  </a:lnTo>
                  <a:lnTo>
                    <a:pt x="1891462" y="1714838"/>
                  </a:lnTo>
                  <a:lnTo>
                    <a:pt x="1943386" y="1705966"/>
                  </a:lnTo>
                  <a:lnTo>
                    <a:pt x="1993380" y="1693808"/>
                  </a:lnTo>
                  <a:lnTo>
                    <a:pt x="2041135" y="1678519"/>
                  </a:lnTo>
                  <a:lnTo>
                    <a:pt x="2086336" y="1660251"/>
                  </a:lnTo>
                  <a:lnTo>
                    <a:pt x="2128673" y="1639156"/>
                  </a:lnTo>
                  <a:lnTo>
                    <a:pt x="2167832" y="1615386"/>
                  </a:lnTo>
                  <a:lnTo>
                    <a:pt x="2203503" y="1589096"/>
                  </a:lnTo>
                  <a:lnTo>
                    <a:pt x="2235372" y="1560436"/>
                  </a:lnTo>
                  <a:lnTo>
                    <a:pt x="2237301" y="1558289"/>
                  </a:lnTo>
                  <a:close/>
                </a:path>
                <a:path extrusionOk="0" h="1722120" w="3489960">
                  <a:moveTo>
                    <a:pt x="2901428" y="1405889"/>
                  </a:moveTo>
                  <a:lnTo>
                    <a:pt x="469900" y="1405889"/>
                  </a:lnTo>
                  <a:lnTo>
                    <a:pt x="468629" y="1407160"/>
                  </a:lnTo>
                  <a:lnTo>
                    <a:pt x="498217" y="1438812"/>
                  </a:lnTo>
                  <a:lnTo>
                    <a:pt x="531547" y="1468290"/>
                  </a:lnTo>
                  <a:lnTo>
                    <a:pt x="568344" y="1495484"/>
                  </a:lnTo>
                  <a:lnTo>
                    <a:pt x="608330" y="1520284"/>
                  </a:lnTo>
                  <a:lnTo>
                    <a:pt x="651225" y="1542578"/>
                  </a:lnTo>
                  <a:lnTo>
                    <a:pt x="696753" y="1562258"/>
                  </a:lnTo>
                  <a:lnTo>
                    <a:pt x="744636" y="1579213"/>
                  </a:lnTo>
                  <a:lnTo>
                    <a:pt x="794596" y="1593332"/>
                  </a:lnTo>
                  <a:lnTo>
                    <a:pt x="846355" y="1604506"/>
                  </a:lnTo>
                  <a:lnTo>
                    <a:pt x="899636" y="1612623"/>
                  </a:lnTo>
                  <a:lnTo>
                    <a:pt x="954160" y="1617575"/>
                  </a:lnTo>
                  <a:lnTo>
                    <a:pt x="1009650" y="1619250"/>
                  </a:lnTo>
                  <a:lnTo>
                    <a:pt x="1057906" y="1617939"/>
                  </a:lnTo>
                  <a:lnTo>
                    <a:pt x="1105673" y="1614051"/>
                  </a:lnTo>
                  <a:lnTo>
                    <a:pt x="1152774" y="1607653"/>
                  </a:lnTo>
                  <a:lnTo>
                    <a:pt x="1199031" y="1598811"/>
                  </a:lnTo>
                  <a:lnTo>
                    <a:pt x="1244266" y="1587592"/>
                  </a:lnTo>
                  <a:lnTo>
                    <a:pt x="1288302" y="1574063"/>
                  </a:lnTo>
                  <a:lnTo>
                    <a:pt x="1330056" y="1558624"/>
                  </a:lnTo>
                  <a:lnTo>
                    <a:pt x="1329689" y="1558289"/>
                  </a:lnTo>
                  <a:lnTo>
                    <a:pt x="2237301" y="1558289"/>
                  </a:lnTo>
                  <a:lnTo>
                    <a:pt x="2263127" y="1529560"/>
                  </a:lnTo>
                  <a:lnTo>
                    <a:pt x="2286457" y="1496620"/>
                  </a:lnTo>
                  <a:lnTo>
                    <a:pt x="2305050" y="1461770"/>
                  </a:lnTo>
                  <a:lnTo>
                    <a:pt x="2801858" y="1461770"/>
                  </a:lnTo>
                  <a:lnTo>
                    <a:pt x="2818677" y="1454889"/>
                  </a:lnTo>
                  <a:lnTo>
                    <a:pt x="2862022" y="1432127"/>
                  </a:lnTo>
                  <a:lnTo>
                    <a:pt x="2901056" y="1406202"/>
                  </a:lnTo>
                  <a:lnTo>
                    <a:pt x="2901428" y="1405889"/>
                  </a:lnTo>
                  <a:close/>
                </a:path>
                <a:path extrusionOk="0" h="1722120" w="3489960">
                  <a:moveTo>
                    <a:pt x="2801858" y="1461770"/>
                  </a:moveTo>
                  <a:lnTo>
                    <a:pt x="2305050" y="1461770"/>
                  </a:lnTo>
                  <a:lnTo>
                    <a:pt x="2305050" y="1463039"/>
                  </a:lnTo>
                  <a:lnTo>
                    <a:pt x="2351288" y="1480251"/>
                  </a:lnTo>
                  <a:lnTo>
                    <a:pt x="2399720" y="1493743"/>
                  </a:lnTo>
                  <a:lnTo>
                    <a:pt x="2449799" y="1503456"/>
                  </a:lnTo>
                  <a:lnTo>
                    <a:pt x="2500975" y="1509328"/>
                  </a:lnTo>
                  <a:lnTo>
                    <a:pt x="2552700" y="1511300"/>
                  </a:lnTo>
                  <a:lnTo>
                    <a:pt x="2610993" y="1508619"/>
                  </a:lnTo>
                  <a:lnTo>
                    <a:pt x="2667179" y="1501353"/>
                  </a:lnTo>
                  <a:lnTo>
                    <a:pt x="2720815" y="1489787"/>
                  </a:lnTo>
                  <a:lnTo>
                    <a:pt x="2771461" y="1474204"/>
                  </a:lnTo>
                  <a:lnTo>
                    <a:pt x="2801858" y="1461770"/>
                  </a:lnTo>
                  <a:close/>
                </a:path>
                <a:path extrusionOk="0" h="1722120" w="3489960">
                  <a:moveTo>
                    <a:pt x="170460" y="1010516"/>
                  </a:moveTo>
                  <a:lnTo>
                    <a:pt x="130849" y="1045210"/>
                  </a:lnTo>
                  <a:lnTo>
                    <a:pt x="100964" y="1084580"/>
                  </a:lnTo>
                  <a:lnTo>
                    <a:pt x="82510" y="1126807"/>
                  </a:lnTo>
                  <a:lnTo>
                    <a:pt x="76200" y="1170939"/>
                  </a:lnTo>
                  <a:lnTo>
                    <a:pt x="80839" y="1209340"/>
                  </a:lnTo>
                  <a:lnTo>
                    <a:pt x="94264" y="1245737"/>
                  </a:lnTo>
                  <a:lnTo>
                    <a:pt x="115736" y="1279650"/>
                  </a:lnTo>
                  <a:lnTo>
                    <a:pt x="144515" y="1310599"/>
                  </a:lnTo>
                  <a:lnTo>
                    <a:pt x="179863" y="1338103"/>
                  </a:lnTo>
                  <a:lnTo>
                    <a:pt x="221040" y="1361683"/>
                  </a:lnTo>
                  <a:lnTo>
                    <a:pt x="267308" y="1380859"/>
                  </a:lnTo>
                  <a:lnTo>
                    <a:pt x="317926" y="1395150"/>
                  </a:lnTo>
                  <a:lnTo>
                    <a:pt x="372156" y="1404077"/>
                  </a:lnTo>
                  <a:lnTo>
                    <a:pt x="429259" y="1407160"/>
                  </a:lnTo>
                  <a:lnTo>
                    <a:pt x="439003" y="1407140"/>
                  </a:lnTo>
                  <a:lnTo>
                    <a:pt x="449103" y="1407001"/>
                  </a:lnTo>
                  <a:lnTo>
                    <a:pt x="459442" y="1406624"/>
                  </a:lnTo>
                  <a:lnTo>
                    <a:pt x="469900" y="1405889"/>
                  </a:lnTo>
                  <a:lnTo>
                    <a:pt x="2901428" y="1405889"/>
                  </a:lnTo>
                  <a:lnTo>
                    <a:pt x="2935339" y="1377397"/>
                  </a:lnTo>
                  <a:lnTo>
                    <a:pt x="2964429" y="1345999"/>
                  </a:lnTo>
                  <a:lnTo>
                    <a:pt x="2987887" y="1312290"/>
                  </a:lnTo>
                  <a:lnTo>
                    <a:pt x="3005272" y="1276556"/>
                  </a:lnTo>
                  <a:lnTo>
                    <a:pt x="3016143" y="1239081"/>
                  </a:lnTo>
                  <a:lnTo>
                    <a:pt x="3020060" y="1200150"/>
                  </a:lnTo>
                  <a:lnTo>
                    <a:pt x="3020060" y="1198879"/>
                  </a:lnTo>
                  <a:lnTo>
                    <a:pt x="3076656" y="1191472"/>
                  </a:lnTo>
                  <a:lnTo>
                    <a:pt x="3130864" y="1180289"/>
                  </a:lnTo>
                  <a:lnTo>
                    <a:pt x="3182395" y="1165556"/>
                  </a:lnTo>
                  <a:lnTo>
                    <a:pt x="3230961" y="1147502"/>
                  </a:lnTo>
                  <a:lnTo>
                    <a:pt x="3276272" y="1126354"/>
                  </a:lnTo>
                  <a:lnTo>
                    <a:pt x="3318039" y="1102341"/>
                  </a:lnTo>
                  <a:lnTo>
                    <a:pt x="3355975" y="1075689"/>
                  </a:lnTo>
                  <a:lnTo>
                    <a:pt x="3389789" y="1046628"/>
                  </a:lnTo>
                  <a:lnTo>
                    <a:pt x="3419193" y="1015383"/>
                  </a:lnTo>
                  <a:lnTo>
                    <a:pt x="3421570" y="1012189"/>
                  </a:lnTo>
                  <a:lnTo>
                    <a:pt x="173989" y="1012189"/>
                  </a:lnTo>
                  <a:lnTo>
                    <a:pt x="170460" y="1010516"/>
                  </a:lnTo>
                  <a:close/>
                </a:path>
                <a:path extrusionOk="0" h="1722120" w="3489960">
                  <a:moveTo>
                    <a:pt x="3423460" y="1009650"/>
                  </a:moveTo>
                  <a:lnTo>
                    <a:pt x="171450" y="1009650"/>
                  </a:lnTo>
                  <a:lnTo>
                    <a:pt x="173989" y="1012189"/>
                  </a:lnTo>
                  <a:lnTo>
                    <a:pt x="3421570" y="1012189"/>
                  </a:lnTo>
                  <a:lnTo>
                    <a:pt x="3423460" y="1009650"/>
                  </a:lnTo>
                  <a:close/>
                </a:path>
                <a:path extrusionOk="0" h="1722120" w="3489960">
                  <a:moveTo>
                    <a:pt x="313480" y="571690"/>
                  </a:moveTo>
                  <a:lnTo>
                    <a:pt x="256996" y="578973"/>
                  </a:lnTo>
                  <a:lnTo>
                    <a:pt x="202994" y="592530"/>
                  </a:lnTo>
                  <a:lnTo>
                    <a:pt x="153717" y="611575"/>
                  </a:lnTo>
                  <a:lnTo>
                    <a:pt x="109927" y="635512"/>
                  </a:lnTo>
                  <a:lnTo>
                    <a:pt x="72388" y="663744"/>
                  </a:lnTo>
                  <a:lnTo>
                    <a:pt x="41862" y="695677"/>
                  </a:lnTo>
                  <a:lnTo>
                    <a:pt x="19114" y="730715"/>
                  </a:lnTo>
                  <a:lnTo>
                    <a:pt x="4905" y="768261"/>
                  </a:lnTo>
                  <a:lnTo>
                    <a:pt x="0" y="807720"/>
                  </a:lnTo>
                  <a:lnTo>
                    <a:pt x="5391" y="849059"/>
                  </a:lnTo>
                  <a:lnTo>
                    <a:pt x="21119" y="888670"/>
                  </a:lnTo>
                  <a:lnTo>
                    <a:pt x="46513" y="925671"/>
                  </a:lnTo>
                  <a:lnTo>
                    <a:pt x="80903" y="959179"/>
                  </a:lnTo>
                  <a:lnTo>
                    <a:pt x="123619" y="988312"/>
                  </a:lnTo>
                  <a:lnTo>
                    <a:pt x="170460" y="1010516"/>
                  </a:lnTo>
                  <a:lnTo>
                    <a:pt x="171450" y="1009650"/>
                  </a:lnTo>
                  <a:lnTo>
                    <a:pt x="3423460" y="1009650"/>
                  </a:lnTo>
                  <a:lnTo>
                    <a:pt x="3463617" y="947257"/>
                  </a:lnTo>
                  <a:lnTo>
                    <a:pt x="3478059" y="910830"/>
                  </a:lnTo>
                  <a:lnTo>
                    <a:pt x="3486936" y="873132"/>
                  </a:lnTo>
                  <a:lnTo>
                    <a:pt x="3489960" y="834389"/>
                  </a:lnTo>
                  <a:lnTo>
                    <a:pt x="3485154" y="786638"/>
                  </a:lnTo>
                  <a:lnTo>
                    <a:pt x="3471021" y="739800"/>
                  </a:lnTo>
                  <a:lnTo>
                    <a:pt x="3447989" y="694486"/>
                  </a:lnTo>
                  <a:lnTo>
                    <a:pt x="3416482" y="651306"/>
                  </a:lnTo>
                  <a:lnTo>
                    <a:pt x="3376929" y="610870"/>
                  </a:lnTo>
                  <a:lnTo>
                    <a:pt x="3375660" y="610870"/>
                  </a:lnTo>
                  <a:lnTo>
                    <a:pt x="3390661" y="583009"/>
                  </a:lnTo>
                  <a:lnTo>
                    <a:pt x="3394533" y="572770"/>
                  </a:lnTo>
                  <a:lnTo>
                    <a:pt x="313689" y="572770"/>
                  </a:lnTo>
                  <a:lnTo>
                    <a:pt x="313480" y="571690"/>
                  </a:lnTo>
                  <a:close/>
                </a:path>
                <a:path extrusionOk="0" h="1722120" w="3489960">
                  <a:moveTo>
                    <a:pt x="3395014" y="571500"/>
                  </a:moveTo>
                  <a:lnTo>
                    <a:pt x="314959" y="571500"/>
                  </a:lnTo>
                  <a:lnTo>
                    <a:pt x="313689" y="572770"/>
                  </a:lnTo>
                  <a:lnTo>
                    <a:pt x="3394533" y="572770"/>
                  </a:lnTo>
                  <a:lnTo>
                    <a:pt x="3395014" y="571500"/>
                  </a:lnTo>
                  <a:close/>
                </a:path>
                <a:path extrusionOk="0" h="1722120" w="3489960">
                  <a:moveTo>
                    <a:pt x="854710" y="156210"/>
                  </a:moveTo>
                  <a:lnTo>
                    <a:pt x="798766" y="158113"/>
                  </a:lnTo>
                  <a:lnTo>
                    <a:pt x="744463" y="163698"/>
                  </a:lnTo>
                  <a:lnTo>
                    <a:pt x="692072" y="172777"/>
                  </a:lnTo>
                  <a:lnTo>
                    <a:pt x="641865" y="185162"/>
                  </a:lnTo>
                  <a:lnTo>
                    <a:pt x="594115" y="200664"/>
                  </a:lnTo>
                  <a:lnTo>
                    <a:pt x="549091" y="219097"/>
                  </a:lnTo>
                  <a:lnTo>
                    <a:pt x="507066" y="240272"/>
                  </a:lnTo>
                  <a:lnTo>
                    <a:pt x="468312" y="264001"/>
                  </a:lnTo>
                  <a:lnTo>
                    <a:pt x="433100" y="290096"/>
                  </a:lnTo>
                  <a:lnTo>
                    <a:pt x="401701" y="318370"/>
                  </a:lnTo>
                  <a:lnTo>
                    <a:pt x="374388" y="348635"/>
                  </a:lnTo>
                  <a:lnTo>
                    <a:pt x="351432" y="380702"/>
                  </a:lnTo>
                  <a:lnTo>
                    <a:pt x="333105" y="414384"/>
                  </a:lnTo>
                  <a:lnTo>
                    <a:pt x="311422" y="485841"/>
                  </a:lnTo>
                  <a:lnTo>
                    <a:pt x="308609" y="523239"/>
                  </a:lnTo>
                  <a:lnTo>
                    <a:pt x="308867" y="535622"/>
                  </a:lnTo>
                  <a:lnTo>
                    <a:pt x="309721" y="548005"/>
                  </a:lnTo>
                  <a:lnTo>
                    <a:pt x="311288" y="560387"/>
                  </a:lnTo>
                  <a:lnTo>
                    <a:pt x="313480" y="571690"/>
                  </a:lnTo>
                  <a:lnTo>
                    <a:pt x="314959" y="571500"/>
                  </a:lnTo>
                  <a:lnTo>
                    <a:pt x="3395014" y="571500"/>
                  </a:lnTo>
                  <a:lnTo>
                    <a:pt x="3401377" y="554672"/>
                  </a:lnTo>
                  <a:lnTo>
                    <a:pt x="3407806" y="525859"/>
                  </a:lnTo>
                  <a:lnTo>
                    <a:pt x="3409950" y="496570"/>
                  </a:lnTo>
                  <a:lnTo>
                    <a:pt x="3406134" y="457850"/>
                  </a:lnTo>
                  <a:lnTo>
                    <a:pt x="3394974" y="420441"/>
                  </a:lnTo>
                  <a:lnTo>
                    <a:pt x="3376894" y="384738"/>
                  </a:lnTo>
                  <a:lnTo>
                    <a:pt x="3352322" y="351139"/>
                  </a:lnTo>
                  <a:lnTo>
                    <a:pt x="3321684" y="320039"/>
                  </a:lnTo>
                  <a:lnTo>
                    <a:pt x="3285408" y="291835"/>
                  </a:lnTo>
                  <a:lnTo>
                    <a:pt x="3243920" y="266923"/>
                  </a:lnTo>
                  <a:lnTo>
                    <a:pt x="3197646" y="245699"/>
                  </a:lnTo>
                  <a:lnTo>
                    <a:pt x="3147014" y="228559"/>
                  </a:lnTo>
                  <a:lnTo>
                    <a:pt x="3092450" y="215900"/>
                  </a:lnTo>
                  <a:lnTo>
                    <a:pt x="3093719" y="215900"/>
                  </a:lnTo>
                  <a:lnTo>
                    <a:pt x="3090394" y="207010"/>
                  </a:lnTo>
                  <a:lnTo>
                    <a:pt x="1130300" y="207010"/>
                  </a:lnTo>
                  <a:lnTo>
                    <a:pt x="1087484" y="191781"/>
                  </a:lnTo>
                  <a:lnTo>
                    <a:pt x="1043046" y="179164"/>
                  </a:lnTo>
                  <a:lnTo>
                    <a:pt x="997267" y="169227"/>
                  </a:lnTo>
                  <a:lnTo>
                    <a:pt x="950430" y="162042"/>
                  </a:lnTo>
                  <a:lnTo>
                    <a:pt x="902817" y="157679"/>
                  </a:lnTo>
                  <a:lnTo>
                    <a:pt x="854710" y="156210"/>
                  </a:lnTo>
                  <a:close/>
                </a:path>
                <a:path extrusionOk="0" h="1722120" w="3489960">
                  <a:moveTo>
                    <a:pt x="1512569" y="52070"/>
                  </a:moveTo>
                  <a:lnTo>
                    <a:pt x="1459825" y="53869"/>
                  </a:lnTo>
                  <a:lnTo>
                    <a:pt x="1408586" y="59975"/>
                  </a:lnTo>
                  <a:lnTo>
                    <a:pt x="1359323" y="70179"/>
                  </a:lnTo>
                  <a:lnTo>
                    <a:pt x="1312505" y="84271"/>
                  </a:lnTo>
                  <a:lnTo>
                    <a:pt x="1268604" y="102042"/>
                  </a:lnTo>
                  <a:lnTo>
                    <a:pt x="1228089" y="123284"/>
                  </a:lnTo>
                  <a:lnTo>
                    <a:pt x="1191432" y="147786"/>
                  </a:lnTo>
                  <a:lnTo>
                    <a:pt x="1159102" y="175341"/>
                  </a:lnTo>
                  <a:lnTo>
                    <a:pt x="1131569" y="205739"/>
                  </a:lnTo>
                  <a:lnTo>
                    <a:pt x="1130300" y="207010"/>
                  </a:lnTo>
                  <a:lnTo>
                    <a:pt x="3090394" y="207010"/>
                  </a:lnTo>
                  <a:lnTo>
                    <a:pt x="3080029" y="179302"/>
                  </a:lnTo>
                  <a:lnTo>
                    <a:pt x="3059176" y="145166"/>
                  </a:lnTo>
                  <a:lnTo>
                    <a:pt x="3049955" y="134620"/>
                  </a:lnTo>
                  <a:lnTo>
                    <a:pt x="1814829" y="134620"/>
                  </a:lnTo>
                  <a:lnTo>
                    <a:pt x="1772067" y="109984"/>
                  </a:lnTo>
                  <a:lnTo>
                    <a:pt x="1725459" y="89511"/>
                  </a:lnTo>
                  <a:lnTo>
                    <a:pt x="1675606" y="73342"/>
                  </a:lnTo>
                  <a:lnTo>
                    <a:pt x="1623107" y="61618"/>
                  </a:lnTo>
                  <a:lnTo>
                    <a:pt x="1568561" y="54480"/>
                  </a:lnTo>
                  <a:lnTo>
                    <a:pt x="1512569" y="52070"/>
                  </a:lnTo>
                  <a:close/>
                </a:path>
                <a:path extrusionOk="0" h="1722120" w="3489960">
                  <a:moveTo>
                    <a:pt x="2128519" y="0"/>
                  </a:moveTo>
                  <a:lnTo>
                    <a:pt x="2072217" y="3047"/>
                  </a:lnTo>
                  <a:lnTo>
                    <a:pt x="2018204" y="11937"/>
                  </a:lnTo>
                  <a:lnTo>
                    <a:pt x="1967366" y="26292"/>
                  </a:lnTo>
                  <a:lnTo>
                    <a:pt x="1920595" y="45734"/>
                  </a:lnTo>
                  <a:lnTo>
                    <a:pt x="1878778" y="69887"/>
                  </a:lnTo>
                  <a:lnTo>
                    <a:pt x="1842803" y="98371"/>
                  </a:lnTo>
                  <a:lnTo>
                    <a:pt x="1813560" y="130810"/>
                  </a:lnTo>
                  <a:lnTo>
                    <a:pt x="1814829" y="134620"/>
                  </a:lnTo>
                  <a:lnTo>
                    <a:pt x="3049955" y="134620"/>
                  </a:lnTo>
                  <a:lnTo>
                    <a:pt x="3031769" y="113818"/>
                  </a:lnTo>
                  <a:lnTo>
                    <a:pt x="3006832" y="92710"/>
                  </a:lnTo>
                  <a:lnTo>
                    <a:pt x="2407919" y="92710"/>
                  </a:lnTo>
                  <a:lnTo>
                    <a:pt x="2408580" y="92256"/>
                  </a:lnTo>
                  <a:lnTo>
                    <a:pt x="2372701" y="65557"/>
                  </a:lnTo>
                  <a:lnTo>
                    <a:pt x="2331061" y="42709"/>
                  </a:lnTo>
                  <a:lnTo>
                    <a:pt x="2285047" y="24447"/>
                  </a:lnTo>
                  <a:lnTo>
                    <a:pt x="2235435" y="11053"/>
                  </a:lnTo>
                  <a:lnTo>
                    <a:pt x="2183000" y="2810"/>
                  </a:lnTo>
                  <a:lnTo>
                    <a:pt x="2128519" y="0"/>
                  </a:lnTo>
                  <a:close/>
                </a:path>
                <a:path extrusionOk="0" h="1722120" w="3489960">
                  <a:moveTo>
                    <a:pt x="2707640" y="0"/>
                  </a:moveTo>
                  <a:lnTo>
                    <a:pt x="2650513" y="2722"/>
                  </a:lnTo>
                  <a:lnTo>
                    <a:pt x="2595221" y="10771"/>
                  </a:lnTo>
                  <a:lnTo>
                    <a:pt x="2542539" y="23971"/>
                  </a:lnTo>
                  <a:lnTo>
                    <a:pt x="2493245" y="42145"/>
                  </a:lnTo>
                  <a:lnTo>
                    <a:pt x="2448113" y="65116"/>
                  </a:lnTo>
                  <a:lnTo>
                    <a:pt x="2408580" y="92256"/>
                  </a:lnTo>
                  <a:lnTo>
                    <a:pt x="2409190" y="92710"/>
                  </a:lnTo>
                  <a:lnTo>
                    <a:pt x="3006832" y="92710"/>
                  </a:lnTo>
                  <a:lnTo>
                    <a:pt x="2998419" y="85587"/>
                  </a:lnTo>
                  <a:lnTo>
                    <a:pt x="2959735" y="60801"/>
                  </a:lnTo>
                  <a:lnTo>
                    <a:pt x="2916326" y="39786"/>
                  </a:lnTo>
                  <a:lnTo>
                    <a:pt x="2868803" y="22871"/>
                  </a:lnTo>
                  <a:lnTo>
                    <a:pt x="2817774" y="10383"/>
                  </a:lnTo>
                  <a:lnTo>
                    <a:pt x="2763850" y="2650"/>
                  </a:lnTo>
                  <a:lnTo>
                    <a:pt x="270764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2620010" y="2324100"/>
              <a:ext cx="3489960" cy="1722120"/>
            </a:xfrm>
            <a:custGeom>
              <a:rect b="b" l="l" r="r" t="t"/>
              <a:pathLst>
                <a:path extrusionOk="0" h="1722120" w="3489960">
                  <a:moveTo>
                    <a:pt x="314959" y="571500"/>
                  </a:moveTo>
                  <a:lnTo>
                    <a:pt x="256996" y="578973"/>
                  </a:lnTo>
                  <a:lnTo>
                    <a:pt x="202994" y="592530"/>
                  </a:lnTo>
                  <a:lnTo>
                    <a:pt x="153717" y="611575"/>
                  </a:lnTo>
                  <a:lnTo>
                    <a:pt x="109927" y="635512"/>
                  </a:lnTo>
                  <a:lnTo>
                    <a:pt x="72388" y="663744"/>
                  </a:lnTo>
                  <a:lnTo>
                    <a:pt x="41862" y="695677"/>
                  </a:lnTo>
                  <a:lnTo>
                    <a:pt x="19114" y="730715"/>
                  </a:lnTo>
                  <a:lnTo>
                    <a:pt x="4905" y="768261"/>
                  </a:lnTo>
                  <a:lnTo>
                    <a:pt x="0" y="807720"/>
                  </a:lnTo>
                  <a:lnTo>
                    <a:pt x="5391" y="849059"/>
                  </a:lnTo>
                  <a:lnTo>
                    <a:pt x="21119" y="888670"/>
                  </a:lnTo>
                  <a:lnTo>
                    <a:pt x="46513" y="925671"/>
                  </a:lnTo>
                  <a:lnTo>
                    <a:pt x="80903" y="959179"/>
                  </a:lnTo>
                  <a:lnTo>
                    <a:pt x="123619" y="988312"/>
                  </a:lnTo>
                  <a:lnTo>
                    <a:pt x="173989" y="1012189"/>
                  </a:lnTo>
                  <a:lnTo>
                    <a:pt x="130849" y="1045210"/>
                  </a:lnTo>
                  <a:lnTo>
                    <a:pt x="100964" y="1084580"/>
                  </a:lnTo>
                  <a:lnTo>
                    <a:pt x="82510" y="1126807"/>
                  </a:lnTo>
                  <a:lnTo>
                    <a:pt x="76200" y="1170939"/>
                  </a:lnTo>
                  <a:lnTo>
                    <a:pt x="80839" y="1209340"/>
                  </a:lnTo>
                  <a:lnTo>
                    <a:pt x="94264" y="1245737"/>
                  </a:lnTo>
                  <a:lnTo>
                    <a:pt x="115736" y="1279650"/>
                  </a:lnTo>
                  <a:lnTo>
                    <a:pt x="144515" y="1310599"/>
                  </a:lnTo>
                  <a:lnTo>
                    <a:pt x="179863" y="1338103"/>
                  </a:lnTo>
                  <a:lnTo>
                    <a:pt x="221040" y="1361683"/>
                  </a:lnTo>
                  <a:lnTo>
                    <a:pt x="267308" y="1380859"/>
                  </a:lnTo>
                  <a:lnTo>
                    <a:pt x="317926" y="1395150"/>
                  </a:lnTo>
                  <a:lnTo>
                    <a:pt x="372156" y="1404077"/>
                  </a:lnTo>
                  <a:lnTo>
                    <a:pt x="429259" y="1407160"/>
                  </a:lnTo>
                  <a:lnTo>
                    <a:pt x="439003" y="1407140"/>
                  </a:lnTo>
                  <a:lnTo>
                    <a:pt x="449103" y="1407001"/>
                  </a:lnTo>
                  <a:lnTo>
                    <a:pt x="459442" y="1406624"/>
                  </a:lnTo>
                  <a:lnTo>
                    <a:pt x="469900" y="1405889"/>
                  </a:lnTo>
                  <a:lnTo>
                    <a:pt x="468629" y="1407160"/>
                  </a:lnTo>
                  <a:lnTo>
                    <a:pt x="498217" y="1438812"/>
                  </a:lnTo>
                  <a:lnTo>
                    <a:pt x="531547" y="1468290"/>
                  </a:lnTo>
                  <a:lnTo>
                    <a:pt x="568344" y="1495484"/>
                  </a:lnTo>
                  <a:lnTo>
                    <a:pt x="608330" y="1520284"/>
                  </a:lnTo>
                  <a:lnTo>
                    <a:pt x="651225" y="1542578"/>
                  </a:lnTo>
                  <a:lnTo>
                    <a:pt x="696753" y="1562258"/>
                  </a:lnTo>
                  <a:lnTo>
                    <a:pt x="744636" y="1579213"/>
                  </a:lnTo>
                  <a:lnTo>
                    <a:pt x="794596" y="1593332"/>
                  </a:lnTo>
                  <a:lnTo>
                    <a:pt x="846355" y="1604506"/>
                  </a:lnTo>
                  <a:lnTo>
                    <a:pt x="899636" y="1612623"/>
                  </a:lnTo>
                  <a:lnTo>
                    <a:pt x="954160" y="1617575"/>
                  </a:lnTo>
                  <a:lnTo>
                    <a:pt x="1009650" y="1619250"/>
                  </a:lnTo>
                  <a:lnTo>
                    <a:pt x="1057906" y="1617939"/>
                  </a:lnTo>
                  <a:lnTo>
                    <a:pt x="1105673" y="1614051"/>
                  </a:lnTo>
                  <a:lnTo>
                    <a:pt x="1152774" y="1607653"/>
                  </a:lnTo>
                  <a:lnTo>
                    <a:pt x="1199031" y="1598811"/>
                  </a:lnTo>
                  <a:lnTo>
                    <a:pt x="1244266" y="1587592"/>
                  </a:lnTo>
                  <a:lnTo>
                    <a:pt x="1288302" y="1574063"/>
                  </a:lnTo>
                  <a:lnTo>
                    <a:pt x="1330960" y="1558289"/>
                  </a:lnTo>
                  <a:lnTo>
                    <a:pt x="1362170" y="1587874"/>
                  </a:lnTo>
                  <a:lnTo>
                    <a:pt x="1398422" y="1614830"/>
                  </a:lnTo>
                  <a:lnTo>
                    <a:pt x="1438103" y="1639042"/>
                  </a:lnTo>
                  <a:lnTo>
                    <a:pt x="1480870" y="1660397"/>
                  </a:lnTo>
                  <a:lnTo>
                    <a:pt x="1526381" y="1678781"/>
                  </a:lnTo>
                  <a:lnTo>
                    <a:pt x="1574291" y="1694078"/>
                  </a:lnTo>
                  <a:lnTo>
                    <a:pt x="1624260" y="1706175"/>
                  </a:lnTo>
                  <a:lnTo>
                    <a:pt x="1675942" y="1714957"/>
                  </a:lnTo>
                  <a:lnTo>
                    <a:pt x="1728997" y="1720310"/>
                  </a:lnTo>
                  <a:lnTo>
                    <a:pt x="1783079" y="1722120"/>
                  </a:lnTo>
                  <a:lnTo>
                    <a:pt x="1837923" y="1720274"/>
                  </a:lnTo>
                  <a:lnTo>
                    <a:pt x="1891462" y="1714838"/>
                  </a:lnTo>
                  <a:lnTo>
                    <a:pt x="1943386" y="1705966"/>
                  </a:lnTo>
                  <a:lnTo>
                    <a:pt x="1993380" y="1693808"/>
                  </a:lnTo>
                  <a:lnTo>
                    <a:pt x="2041135" y="1678519"/>
                  </a:lnTo>
                  <a:lnTo>
                    <a:pt x="2086336" y="1660251"/>
                  </a:lnTo>
                  <a:lnTo>
                    <a:pt x="2128673" y="1639156"/>
                  </a:lnTo>
                  <a:lnTo>
                    <a:pt x="2167832" y="1615386"/>
                  </a:lnTo>
                  <a:lnTo>
                    <a:pt x="2203503" y="1589096"/>
                  </a:lnTo>
                  <a:lnTo>
                    <a:pt x="2235372" y="1560436"/>
                  </a:lnTo>
                  <a:lnTo>
                    <a:pt x="2263127" y="1529560"/>
                  </a:lnTo>
                  <a:lnTo>
                    <a:pt x="2286457" y="1496620"/>
                  </a:lnTo>
                  <a:lnTo>
                    <a:pt x="2305050" y="1461770"/>
                  </a:lnTo>
                  <a:lnTo>
                    <a:pt x="2305050" y="1463039"/>
                  </a:lnTo>
                  <a:lnTo>
                    <a:pt x="2351288" y="1480251"/>
                  </a:lnTo>
                  <a:lnTo>
                    <a:pt x="2399720" y="1493743"/>
                  </a:lnTo>
                  <a:lnTo>
                    <a:pt x="2449799" y="1503456"/>
                  </a:lnTo>
                  <a:lnTo>
                    <a:pt x="2500975" y="1509328"/>
                  </a:lnTo>
                  <a:lnTo>
                    <a:pt x="2552700" y="1511300"/>
                  </a:lnTo>
                  <a:lnTo>
                    <a:pt x="2610993" y="1508619"/>
                  </a:lnTo>
                  <a:lnTo>
                    <a:pt x="2667179" y="1501353"/>
                  </a:lnTo>
                  <a:lnTo>
                    <a:pt x="2720815" y="1489787"/>
                  </a:lnTo>
                  <a:lnTo>
                    <a:pt x="2771461" y="1474204"/>
                  </a:lnTo>
                  <a:lnTo>
                    <a:pt x="2818677" y="1454889"/>
                  </a:lnTo>
                  <a:lnTo>
                    <a:pt x="2862022" y="1432127"/>
                  </a:lnTo>
                  <a:lnTo>
                    <a:pt x="2901056" y="1406202"/>
                  </a:lnTo>
                  <a:lnTo>
                    <a:pt x="2935339" y="1377397"/>
                  </a:lnTo>
                  <a:lnTo>
                    <a:pt x="2964429" y="1345999"/>
                  </a:lnTo>
                  <a:lnTo>
                    <a:pt x="2987887" y="1312290"/>
                  </a:lnTo>
                  <a:lnTo>
                    <a:pt x="3005272" y="1276556"/>
                  </a:lnTo>
                  <a:lnTo>
                    <a:pt x="3016143" y="1239081"/>
                  </a:lnTo>
                  <a:lnTo>
                    <a:pt x="3020060" y="1200150"/>
                  </a:lnTo>
                  <a:lnTo>
                    <a:pt x="3020060" y="1198879"/>
                  </a:lnTo>
                  <a:lnTo>
                    <a:pt x="3076656" y="1191472"/>
                  </a:lnTo>
                  <a:lnTo>
                    <a:pt x="3130864" y="1180289"/>
                  </a:lnTo>
                  <a:lnTo>
                    <a:pt x="3182395" y="1165556"/>
                  </a:lnTo>
                  <a:lnTo>
                    <a:pt x="3230961" y="1147502"/>
                  </a:lnTo>
                  <a:lnTo>
                    <a:pt x="3276272" y="1126354"/>
                  </a:lnTo>
                  <a:lnTo>
                    <a:pt x="3318039" y="1102341"/>
                  </a:lnTo>
                  <a:lnTo>
                    <a:pt x="3355975" y="1075689"/>
                  </a:lnTo>
                  <a:lnTo>
                    <a:pt x="3389789" y="1046628"/>
                  </a:lnTo>
                  <a:lnTo>
                    <a:pt x="3419193" y="1015383"/>
                  </a:lnTo>
                  <a:lnTo>
                    <a:pt x="3443899" y="982183"/>
                  </a:lnTo>
                  <a:lnTo>
                    <a:pt x="3463617" y="947257"/>
                  </a:lnTo>
                  <a:lnTo>
                    <a:pt x="3478059" y="910830"/>
                  </a:lnTo>
                  <a:lnTo>
                    <a:pt x="3486936" y="873132"/>
                  </a:lnTo>
                  <a:lnTo>
                    <a:pt x="3489960" y="834389"/>
                  </a:lnTo>
                  <a:lnTo>
                    <a:pt x="3485154" y="786638"/>
                  </a:lnTo>
                  <a:lnTo>
                    <a:pt x="3471021" y="739800"/>
                  </a:lnTo>
                  <a:lnTo>
                    <a:pt x="3447989" y="694486"/>
                  </a:lnTo>
                  <a:lnTo>
                    <a:pt x="3416482" y="651306"/>
                  </a:lnTo>
                  <a:lnTo>
                    <a:pt x="3376929" y="610870"/>
                  </a:lnTo>
                  <a:lnTo>
                    <a:pt x="3375660" y="610870"/>
                  </a:lnTo>
                  <a:lnTo>
                    <a:pt x="3390661" y="583009"/>
                  </a:lnTo>
                  <a:lnTo>
                    <a:pt x="3401377" y="554672"/>
                  </a:lnTo>
                  <a:lnTo>
                    <a:pt x="3407806" y="525859"/>
                  </a:lnTo>
                  <a:lnTo>
                    <a:pt x="3409950" y="496570"/>
                  </a:lnTo>
                  <a:lnTo>
                    <a:pt x="3406134" y="457850"/>
                  </a:lnTo>
                  <a:lnTo>
                    <a:pt x="3394974" y="420441"/>
                  </a:lnTo>
                  <a:lnTo>
                    <a:pt x="3376894" y="384738"/>
                  </a:lnTo>
                  <a:lnTo>
                    <a:pt x="3352322" y="351139"/>
                  </a:lnTo>
                  <a:lnTo>
                    <a:pt x="3321684" y="320039"/>
                  </a:lnTo>
                  <a:lnTo>
                    <a:pt x="3285408" y="291835"/>
                  </a:lnTo>
                  <a:lnTo>
                    <a:pt x="3243920" y="266923"/>
                  </a:lnTo>
                  <a:lnTo>
                    <a:pt x="3197646" y="245699"/>
                  </a:lnTo>
                  <a:lnTo>
                    <a:pt x="3147014" y="228559"/>
                  </a:lnTo>
                  <a:lnTo>
                    <a:pt x="3092450" y="215900"/>
                  </a:lnTo>
                  <a:lnTo>
                    <a:pt x="3093719" y="215900"/>
                  </a:lnTo>
                  <a:lnTo>
                    <a:pt x="3080029" y="179302"/>
                  </a:lnTo>
                  <a:lnTo>
                    <a:pt x="3059176" y="145166"/>
                  </a:lnTo>
                  <a:lnTo>
                    <a:pt x="3031769" y="113818"/>
                  </a:lnTo>
                  <a:lnTo>
                    <a:pt x="2998419" y="85587"/>
                  </a:lnTo>
                  <a:lnTo>
                    <a:pt x="2959735" y="60801"/>
                  </a:lnTo>
                  <a:lnTo>
                    <a:pt x="2916326" y="39786"/>
                  </a:lnTo>
                  <a:lnTo>
                    <a:pt x="2868803" y="22871"/>
                  </a:lnTo>
                  <a:lnTo>
                    <a:pt x="2817774" y="10383"/>
                  </a:lnTo>
                  <a:lnTo>
                    <a:pt x="2763850" y="2650"/>
                  </a:lnTo>
                  <a:lnTo>
                    <a:pt x="2707640" y="0"/>
                  </a:lnTo>
                  <a:lnTo>
                    <a:pt x="2650513" y="2722"/>
                  </a:lnTo>
                  <a:lnTo>
                    <a:pt x="2595221" y="10771"/>
                  </a:lnTo>
                  <a:lnTo>
                    <a:pt x="2542539" y="23971"/>
                  </a:lnTo>
                  <a:lnTo>
                    <a:pt x="2493245" y="42145"/>
                  </a:lnTo>
                  <a:lnTo>
                    <a:pt x="2448113" y="65116"/>
                  </a:lnTo>
                  <a:lnTo>
                    <a:pt x="2407919" y="92710"/>
                  </a:lnTo>
                  <a:lnTo>
                    <a:pt x="2372701" y="65557"/>
                  </a:lnTo>
                  <a:lnTo>
                    <a:pt x="2331061" y="42709"/>
                  </a:lnTo>
                  <a:lnTo>
                    <a:pt x="2285047" y="24447"/>
                  </a:lnTo>
                  <a:lnTo>
                    <a:pt x="2235435" y="11053"/>
                  </a:lnTo>
                  <a:lnTo>
                    <a:pt x="2183000" y="2810"/>
                  </a:lnTo>
                  <a:lnTo>
                    <a:pt x="2128519" y="0"/>
                  </a:lnTo>
                  <a:lnTo>
                    <a:pt x="2072217" y="3047"/>
                  </a:lnTo>
                  <a:lnTo>
                    <a:pt x="2018204" y="11937"/>
                  </a:lnTo>
                  <a:lnTo>
                    <a:pt x="1967366" y="26292"/>
                  </a:lnTo>
                  <a:lnTo>
                    <a:pt x="1920595" y="45734"/>
                  </a:lnTo>
                  <a:lnTo>
                    <a:pt x="1878778" y="69887"/>
                  </a:lnTo>
                  <a:lnTo>
                    <a:pt x="1842803" y="98371"/>
                  </a:lnTo>
                  <a:lnTo>
                    <a:pt x="1813560" y="130810"/>
                  </a:lnTo>
                  <a:lnTo>
                    <a:pt x="1814829" y="134620"/>
                  </a:lnTo>
                  <a:lnTo>
                    <a:pt x="1772067" y="109984"/>
                  </a:lnTo>
                  <a:lnTo>
                    <a:pt x="1725459" y="89511"/>
                  </a:lnTo>
                  <a:lnTo>
                    <a:pt x="1675606" y="73342"/>
                  </a:lnTo>
                  <a:lnTo>
                    <a:pt x="1623107" y="61618"/>
                  </a:lnTo>
                  <a:lnTo>
                    <a:pt x="1568561" y="54480"/>
                  </a:lnTo>
                  <a:lnTo>
                    <a:pt x="1512569" y="52070"/>
                  </a:lnTo>
                  <a:lnTo>
                    <a:pt x="1459825" y="53869"/>
                  </a:lnTo>
                  <a:lnTo>
                    <a:pt x="1408586" y="59975"/>
                  </a:lnTo>
                  <a:lnTo>
                    <a:pt x="1359323" y="70179"/>
                  </a:lnTo>
                  <a:lnTo>
                    <a:pt x="1312505" y="84271"/>
                  </a:lnTo>
                  <a:lnTo>
                    <a:pt x="1268604" y="102042"/>
                  </a:lnTo>
                  <a:lnTo>
                    <a:pt x="1228089" y="123284"/>
                  </a:lnTo>
                  <a:lnTo>
                    <a:pt x="1191432" y="147786"/>
                  </a:lnTo>
                  <a:lnTo>
                    <a:pt x="1159102" y="175341"/>
                  </a:lnTo>
                  <a:lnTo>
                    <a:pt x="1131569" y="205739"/>
                  </a:lnTo>
                  <a:lnTo>
                    <a:pt x="1130300" y="207010"/>
                  </a:lnTo>
                  <a:lnTo>
                    <a:pt x="1087484" y="191781"/>
                  </a:lnTo>
                  <a:lnTo>
                    <a:pt x="1043046" y="179164"/>
                  </a:lnTo>
                  <a:lnTo>
                    <a:pt x="997267" y="169227"/>
                  </a:lnTo>
                  <a:lnTo>
                    <a:pt x="950430" y="162042"/>
                  </a:lnTo>
                  <a:lnTo>
                    <a:pt x="902817" y="157679"/>
                  </a:lnTo>
                  <a:lnTo>
                    <a:pt x="854710" y="156210"/>
                  </a:lnTo>
                  <a:lnTo>
                    <a:pt x="798766" y="158113"/>
                  </a:lnTo>
                  <a:lnTo>
                    <a:pt x="744463" y="163698"/>
                  </a:lnTo>
                  <a:lnTo>
                    <a:pt x="692072" y="172777"/>
                  </a:lnTo>
                  <a:lnTo>
                    <a:pt x="641865" y="185162"/>
                  </a:lnTo>
                  <a:lnTo>
                    <a:pt x="594115" y="200664"/>
                  </a:lnTo>
                  <a:lnTo>
                    <a:pt x="549091" y="219097"/>
                  </a:lnTo>
                  <a:lnTo>
                    <a:pt x="507066" y="240272"/>
                  </a:lnTo>
                  <a:lnTo>
                    <a:pt x="468312" y="264001"/>
                  </a:lnTo>
                  <a:lnTo>
                    <a:pt x="433100" y="290096"/>
                  </a:lnTo>
                  <a:lnTo>
                    <a:pt x="401701" y="318370"/>
                  </a:lnTo>
                  <a:lnTo>
                    <a:pt x="374388" y="348635"/>
                  </a:lnTo>
                  <a:lnTo>
                    <a:pt x="351432" y="380702"/>
                  </a:lnTo>
                  <a:lnTo>
                    <a:pt x="333105" y="414384"/>
                  </a:lnTo>
                  <a:lnTo>
                    <a:pt x="311422" y="485841"/>
                  </a:lnTo>
                  <a:lnTo>
                    <a:pt x="308609" y="523239"/>
                  </a:lnTo>
                  <a:lnTo>
                    <a:pt x="308867" y="535622"/>
                  </a:lnTo>
                  <a:lnTo>
                    <a:pt x="309721" y="548005"/>
                  </a:lnTo>
                  <a:lnTo>
                    <a:pt x="311288" y="560387"/>
                  </a:lnTo>
                  <a:lnTo>
                    <a:pt x="313689" y="572770"/>
                  </a:lnTo>
                  <a:lnTo>
                    <a:pt x="314959" y="571500"/>
                  </a:lnTo>
                  <a:close/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73989" y="1012189"/>
                  </a:moveTo>
                  <a:lnTo>
                    <a:pt x="215324" y="1026457"/>
                  </a:lnTo>
                  <a:lnTo>
                    <a:pt x="258921" y="1036796"/>
                  </a:lnTo>
                  <a:lnTo>
                    <a:pt x="304184" y="1043086"/>
                  </a:lnTo>
                  <a:lnTo>
                    <a:pt x="350519" y="1045210"/>
                  </a:lnTo>
                  <a:lnTo>
                    <a:pt x="357921" y="1045190"/>
                  </a:lnTo>
                  <a:lnTo>
                    <a:pt x="364966" y="1045051"/>
                  </a:lnTo>
                  <a:lnTo>
                    <a:pt x="371772" y="1044674"/>
                  </a:lnTo>
                  <a:lnTo>
                    <a:pt x="378459" y="1043939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469900" y="1405889"/>
                  </a:moveTo>
                  <a:lnTo>
                    <a:pt x="492740" y="1403508"/>
                  </a:lnTo>
                  <a:lnTo>
                    <a:pt x="515461" y="1400175"/>
                  </a:lnTo>
                  <a:lnTo>
                    <a:pt x="537944" y="1395888"/>
                  </a:lnTo>
                  <a:lnTo>
                    <a:pt x="560069" y="139065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275079" y="1489710"/>
                  </a:moveTo>
                  <a:lnTo>
                    <a:pt x="1287006" y="1507569"/>
                  </a:lnTo>
                  <a:lnTo>
                    <a:pt x="1300003" y="1524952"/>
                  </a:lnTo>
                  <a:lnTo>
                    <a:pt x="1314192" y="1541859"/>
                  </a:lnTo>
                  <a:lnTo>
                    <a:pt x="1329689" y="1558289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2305050" y="1461770"/>
                  </a:moveTo>
                  <a:lnTo>
                    <a:pt x="2312888" y="1442720"/>
                  </a:lnTo>
                  <a:lnTo>
                    <a:pt x="2319178" y="1423670"/>
                  </a:lnTo>
                  <a:lnTo>
                    <a:pt x="2323802" y="1404620"/>
                  </a:lnTo>
                  <a:lnTo>
                    <a:pt x="2326640" y="138557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020060" y="1200150"/>
                  </a:moveTo>
                  <a:lnTo>
                    <a:pt x="3020060" y="1198879"/>
                  </a:lnTo>
                  <a:lnTo>
                    <a:pt x="3021329" y="1197610"/>
                  </a:lnTo>
                  <a:lnTo>
                    <a:pt x="3017582" y="1157879"/>
                  </a:lnTo>
                  <a:lnTo>
                    <a:pt x="3006591" y="1119371"/>
                  </a:lnTo>
                  <a:lnTo>
                    <a:pt x="2988733" y="1082463"/>
                  </a:lnTo>
                  <a:lnTo>
                    <a:pt x="2964383" y="1047530"/>
                  </a:lnTo>
                  <a:lnTo>
                    <a:pt x="2933919" y="1014949"/>
                  </a:lnTo>
                  <a:lnTo>
                    <a:pt x="2897716" y="985096"/>
                  </a:lnTo>
                  <a:lnTo>
                    <a:pt x="2856151" y="958348"/>
                  </a:lnTo>
                  <a:lnTo>
                    <a:pt x="2809600" y="935080"/>
                  </a:lnTo>
                  <a:lnTo>
                    <a:pt x="2758440" y="91567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257550" y="717550"/>
                  </a:moveTo>
                  <a:lnTo>
                    <a:pt x="3293685" y="694273"/>
                  </a:lnTo>
                  <a:lnTo>
                    <a:pt x="3325653" y="668496"/>
                  </a:lnTo>
                  <a:lnTo>
                    <a:pt x="3353097" y="640576"/>
                  </a:lnTo>
                  <a:lnTo>
                    <a:pt x="3375660" y="61087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100069" y="266700"/>
                  </a:moveTo>
                  <a:lnTo>
                    <a:pt x="3100069" y="265429"/>
                  </a:lnTo>
                  <a:lnTo>
                    <a:pt x="3100069" y="264160"/>
                  </a:lnTo>
                  <a:lnTo>
                    <a:pt x="3100069" y="262889"/>
                  </a:lnTo>
                  <a:lnTo>
                    <a:pt x="3099792" y="251261"/>
                  </a:lnTo>
                  <a:lnTo>
                    <a:pt x="3098799" y="239395"/>
                  </a:lnTo>
                  <a:lnTo>
                    <a:pt x="3096855" y="227528"/>
                  </a:lnTo>
                  <a:lnTo>
                    <a:pt x="3093719" y="21590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2407919" y="92710"/>
                  </a:moveTo>
                  <a:lnTo>
                    <a:pt x="2390556" y="107453"/>
                  </a:lnTo>
                  <a:lnTo>
                    <a:pt x="2374741" y="123031"/>
                  </a:lnTo>
                  <a:lnTo>
                    <a:pt x="2360592" y="139322"/>
                  </a:lnTo>
                  <a:lnTo>
                    <a:pt x="2348229" y="15621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813560" y="130810"/>
                  </a:moveTo>
                  <a:lnTo>
                    <a:pt x="1803995" y="144363"/>
                  </a:lnTo>
                  <a:lnTo>
                    <a:pt x="1796097" y="158273"/>
                  </a:lnTo>
                  <a:lnTo>
                    <a:pt x="1789628" y="172422"/>
                  </a:lnTo>
                  <a:lnTo>
                    <a:pt x="1784350" y="186689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235710" y="260350"/>
                  </a:moveTo>
                  <a:lnTo>
                    <a:pt x="1211202" y="245586"/>
                  </a:lnTo>
                  <a:lnTo>
                    <a:pt x="1185386" y="231775"/>
                  </a:lnTo>
                  <a:lnTo>
                    <a:pt x="1158378" y="218916"/>
                  </a:lnTo>
                  <a:lnTo>
                    <a:pt x="1130300" y="20701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13689" y="572770"/>
                  </a:moveTo>
                  <a:lnTo>
                    <a:pt x="317003" y="587057"/>
                  </a:lnTo>
                  <a:lnTo>
                    <a:pt x="321151" y="601345"/>
                  </a:lnTo>
                  <a:lnTo>
                    <a:pt x="326012" y="615632"/>
                  </a:lnTo>
                  <a:lnTo>
                    <a:pt x="331469" y="62992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2543810" y="2247900"/>
              <a:ext cx="3489960" cy="1722120"/>
            </a:xfrm>
            <a:custGeom>
              <a:rect b="b" l="l" r="r" t="t"/>
              <a:pathLst>
                <a:path extrusionOk="0" h="1722120" w="3489960">
                  <a:moveTo>
                    <a:pt x="2236838" y="1558289"/>
                  </a:moveTo>
                  <a:lnTo>
                    <a:pt x="1330960" y="1558289"/>
                  </a:lnTo>
                  <a:lnTo>
                    <a:pt x="1330053" y="1558623"/>
                  </a:lnTo>
                  <a:lnTo>
                    <a:pt x="1361861" y="1587874"/>
                  </a:lnTo>
                  <a:lnTo>
                    <a:pt x="1397937" y="1614831"/>
                  </a:lnTo>
                  <a:lnTo>
                    <a:pt x="1437543" y="1639042"/>
                  </a:lnTo>
                  <a:lnTo>
                    <a:pt x="1480322" y="1660397"/>
                  </a:lnTo>
                  <a:lnTo>
                    <a:pt x="1525905" y="1678781"/>
                  </a:lnTo>
                  <a:lnTo>
                    <a:pt x="1573926" y="1694078"/>
                  </a:lnTo>
                  <a:lnTo>
                    <a:pt x="1624020" y="1706175"/>
                  </a:lnTo>
                  <a:lnTo>
                    <a:pt x="1675820" y="1714957"/>
                  </a:lnTo>
                  <a:lnTo>
                    <a:pt x="1728962" y="1720310"/>
                  </a:lnTo>
                  <a:lnTo>
                    <a:pt x="1783079" y="1722120"/>
                  </a:lnTo>
                  <a:lnTo>
                    <a:pt x="1837923" y="1720253"/>
                  </a:lnTo>
                  <a:lnTo>
                    <a:pt x="1891462" y="1714762"/>
                  </a:lnTo>
                  <a:lnTo>
                    <a:pt x="1943386" y="1705810"/>
                  </a:lnTo>
                  <a:lnTo>
                    <a:pt x="1993380" y="1693559"/>
                  </a:lnTo>
                  <a:lnTo>
                    <a:pt x="2041135" y="1678172"/>
                  </a:lnTo>
                  <a:lnTo>
                    <a:pt x="2086336" y="1659814"/>
                  </a:lnTo>
                  <a:lnTo>
                    <a:pt x="2128673" y="1638646"/>
                  </a:lnTo>
                  <a:lnTo>
                    <a:pt x="2167834" y="1614830"/>
                  </a:lnTo>
                  <a:lnTo>
                    <a:pt x="2203503" y="1588534"/>
                  </a:lnTo>
                  <a:lnTo>
                    <a:pt x="2235372" y="1559916"/>
                  </a:lnTo>
                  <a:lnTo>
                    <a:pt x="2236838" y="1558289"/>
                  </a:lnTo>
                  <a:close/>
                </a:path>
                <a:path extrusionOk="0" h="1722120" w="3489960">
                  <a:moveTo>
                    <a:pt x="2901191" y="1405889"/>
                  </a:moveTo>
                  <a:lnTo>
                    <a:pt x="469900" y="1405889"/>
                  </a:lnTo>
                  <a:lnTo>
                    <a:pt x="467359" y="1407160"/>
                  </a:lnTo>
                  <a:lnTo>
                    <a:pt x="497214" y="1438787"/>
                  </a:lnTo>
                  <a:lnTo>
                    <a:pt x="530724" y="1468196"/>
                  </a:lnTo>
                  <a:lnTo>
                    <a:pt x="567630" y="1495286"/>
                  </a:lnTo>
                  <a:lnTo>
                    <a:pt x="607671" y="1519954"/>
                  </a:lnTo>
                  <a:lnTo>
                    <a:pt x="650587" y="1542101"/>
                  </a:lnTo>
                  <a:lnTo>
                    <a:pt x="696118" y="1561623"/>
                  </a:lnTo>
                  <a:lnTo>
                    <a:pt x="744004" y="1578421"/>
                  </a:lnTo>
                  <a:lnTo>
                    <a:pt x="793985" y="1592391"/>
                  </a:lnTo>
                  <a:lnTo>
                    <a:pt x="845800" y="1603434"/>
                  </a:lnTo>
                  <a:lnTo>
                    <a:pt x="899189" y="1611447"/>
                  </a:lnTo>
                  <a:lnTo>
                    <a:pt x="953892" y="1616330"/>
                  </a:lnTo>
                  <a:lnTo>
                    <a:pt x="1009650" y="1617980"/>
                  </a:lnTo>
                  <a:lnTo>
                    <a:pt x="1057906" y="1616739"/>
                  </a:lnTo>
                  <a:lnTo>
                    <a:pt x="1105673" y="1613033"/>
                  </a:lnTo>
                  <a:lnTo>
                    <a:pt x="1152774" y="1606883"/>
                  </a:lnTo>
                  <a:lnTo>
                    <a:pt x="1199031" y="1598311"/>
                  </a:lnTo>
                  <a:lnTo>
                    <a:pt x="1244266" y="1587340"/>
                  </a:lnTo>
                  <a:lnTo>
                    <a:pt x="1288302" y="1573992"/>
                  </a:lnTo>
                  <a:lnTo>
                    <a:pt x="1330053" y="1558623"/>
                  </a:lnTo>
                  <a:lnTo>
                    <a:pt x="1329689" y="1558289"/>
                  </a:lnTo>
                  <a:lnTo>
                    <a:pt x="2236838" y="1558289"/>
                  </a:lnTo>
                  <a:lnTo>
                    <a:pt x="2263127" y="1529140"/>
                  </a:lnTo>
                  <a:lnTo>
                    <a:pt x="2286457" y="1496370"/>
                  </a:lnTo>
                  <a:lnTo>
                    <a:pt x="2305050" y="1461770"/>
                  </a:lnTo>
                  <a:lnTo>
                    <a:pt x="2801713" y="1461770"/>
                  </a:lnTo>
                  <a:lnTo>
                    <a:pt x="2818677" y="1454817"/>
                  </a:lnTo>
                  <a:lnTo>
                    <a:pt x="2862022" y="1432002"/>
                  </a:lnTo>
                  <a:lnTo>
                    <a:pt x="2901056" y="1406003"/>
                  </a:lnTo>
                  <a:lnTo>
                    <a:pt x="2901191" y="1405889"/>
                  </a:lnTo>
                  <a:close/>
                </a:path>
                <a:path extrusionOk="0" h="1722120" w="3489960">
                  <a:moveTo>
                    <a:pt x="2801713" y="1461770"/>
                  </a:moveTo>
                  <a:lnTo>
                    <a:pt x="2305050" y="1461770"/>
                  </a:lnTo>
                  <a:lnTo>
                    <a:pt x="2305050" y="1463039"/>
                  </a:lnTo>
                  <a:lnTo>
                    <a:pt x="2351166" y="1480251"/>
                  </a:lnTo>
                  <a:lnTo>
                    <a:pt x="2399355" y="1493743"/>
                  </a:lnTo>
                  <a:lnTo>
                    <a:pt x="2449250" y="1503456"/>
                  </a:lnTo>
                  <a:lnTo>
                    <a:pt x="2500487" y="1509328"/>
                  </a:lnTo>
                  <a:lnTo>
                    <a:pt x="2552700" y="1511300"/>
                  </a:lnTo>
                  <a:lnTo>
                    <a:pt x="2610993" y="1508618"/>
                  </a:lnTo>
                  <a:lnTo>
                    <a:pt x="2667179" y="1501349"/>
                  </a:lnTo>
                  <a:lnTo>
                    <a:pt x="2720815" y="1489771"/>
                  </a:lnTo>
                  <a:lnTo>
                    <a:pt x="2771461" y="1474167"/>
                  </a:lnTo>
                  <a:lnTo>
                    <a:pt x="2801713" y="1461770"/>
                  </a:lnTo>
                  <a:close/>
                </a:path>
                <a:path extrusionOk="0" h="1722120" w="3489960">
                  <a:moveTo>
                    <a:pt x="170460" y="1010516"/>
                  </a:moveTo>
                  <a:lnTo>
                    <a:pt x="130849" y="1045210"/>
                  </a:lnTo>
                  <a:lnTo>
                    <a:pt x="100964" y="1084580"/>
                  </a:lnTo>
                  <a:lnTo>
                    <a:pt x="82510" y="1126807"/>
                  </a:lnTo>
                  <a:lnTo>
                    <a:pt x="76200" y="1170939"/>
                  </a:lnTo>
                  <a:lnTo>
                    <a:pt x="80805" y="1209340"/>
                  </a:lnTo>
                  <a:lnTo>
                    <a:pt x="94142" y="1245737"/>
                  </a:lnTo>
                  <a:lnTo>
                    <a:pt x="115496" y="1279650"/>
                  </a:lnTo>
                  <a:lnTo>
                    <a:pt x="144150" y="1310599"/>
                  </a:lnTo>
                  <a:lnTo>
                    <a:pt x="179387" y="1338103"/>
                  </a:lnTo>
                  <a:lnTo>
                    <a:pt x="220492" y="1361683"/>
                  </a:lnTo>
                  <a:lnTo>
                    <a:pt x="266748" y="1380859"/>
                  </a:lnTo>
                  <a:lnTo>
                    <a:pt x="317439" y="1395150"/>
                  </a:lnTo>
                  <a:lnTo>
                    <a:pt x="371848" y="1404077"/>
                  </a:lnTo>
                  <a:lnTo>
                    <a:pt x="429259" y="1407160"/>
                  </a:lnTo>
                  <a:lnTo>
                    <a:pt x="439003" y="1407140"/>
                  </a:lnTo>
                  <a:lnTo>
                    <a:pt x="449103" y="1407001"/>
                  </a:lnTo>
                  <a:lnTo>
                    <a:pt x="459442" y="1406624"/>
                  </a:lnTo>
                  <a:lnTo>
                    <a:pt x="469900" y="1405889"/>
                  </a:lnTo>
                  <a:lnTo>
                    <a:pt x="2901191" y="1405889"/>
                  </a:lnTo>
                  <a:lnTo>
                    <a:pt x="2935339" y="1377101"/>
                  </a:lnTo>
                  <a:lnTo>
                    <a:pt x="2964429" y="1345578"/>
                  </a:lnTo>
                  <a:lnTo>
                    <a:pt x="2987887" y="1311712"/>
                  </a:lnTo>
                  <a:lnTo>
                    <a:pt x="3005272" y="1275787"/>
                  </a:lnTo>
                  <a:lnTo>
                    <a:pt x="3016143" y="1238082"/>
                  </a:lnTo>
                  <a:lnTo>
                    <a:pt x="3020060" y="1198879"/>
                  </a:lnTo>
                  <a:lnTo>
                    <a:pt x="3076656" y="1191238"/>
                  </a:lnTo>
                  <a:lnTo>
                    <a:pt x="3130864" y="1179889"/>
                  </a:lnTo>
                  <a:lnTo>
                    <a:pt x="3182395" y="1165052"/>
                  </a:lnTo>
                  <a:lnTo>
                    <a:pt x="3230961" y="1146946"/>
                  </a:lnTo>
                  <a:lnTo>
                    <a:pt x="3276272" y="1125792"/>
                  </a:lnTo>
                  <a:lnTo>
                    <a:pt x="3318039" y="1101808"/>
                  </a:lnTo>
                  <a:lnTo>
                    <a:pt x="3355975" y="1075213"/>
                  </a:lnTo>
                  <a:lnTo>
                    <a:pt x="3389789" y="1046228"/>
                  </a:lnTo>
                  <a:lnTo>
                    <a:pt x="3419193" y="1015071"/>
                  </a:lnTo>
                  <a:lnTo>
                    <a:pt x="3421343" y="1012189"/>
                  </a:lnTo>
                  <a:lnTo>
                    <a:pt x="173989" y="1012189"/>
                  </a:lnTo>
                  <a:lnTo>
                    <a:pt x="170460" y="1010516"/>
                  </a:lnTo>
                  <a:close/>
                </a:path>
                <a:path extrusionOk="0" h="1722120" w="3489960">
                  <a:moveTo>
                    <a:pt x="3423238" y="1009650"/>
                  </a:moveTo>
                  <a:lnTo>
                    <a:pt x="171450" y="1009650"/>
                  </a:lnTo>
                  <a:lnTo>
                    <a:pt x="173989" y="1012189"/>
                  </a:lnTo>
                  <a:lnTo>
                    <a:pt x="3421343" y="1012189"/>
                  </a:lnTo>
                  <a:lnTo>
                    <a:pt x="3423238" y="1009650"/>
                  </a:lnTo>
                  <a:close/>
                </a:path>
                <a:path extrusionOk="0" h="1722120" w="3489960">
                  <a:moveTo>
                    <a:pt x="313480" y="571690"/>
                  </a:moveTo>
                  <a:lnTo>
                    <a:pt x="256996" y="578973"/>
                  </a:lnTo>
                  <a:lnTo>
                    <a:pt x="202994" y="592530"/>
                  </a:lnTo>
                  <a:lnTo>
                    <a:pt x="153717" y="611575"/>
                  </a:lnTo>
                  <a:lnTo>
                    <a:pt x="109927" y="635512"/>
                  </a:lnTo>
                  <a:lnTo>
                    <a:pt x="72388" y="663744"/>
                  </a:lnTo>
                  <a:lnTo>
                    <a:pt x="41862" y="695677"/>
                  </a:lnTo>
                  <a:lnTo>
                    <a:pt x="19114" y="730715"/>
                  </a:lnTo>
                  <a:lnTo>
                    <a:pt x="4905" y="768261"/>
                  </a:lnTo>
                  <a:lnTo>
                    <a:pt x="0" y="807720"/>
                  </a:lnTo>
                  <a:lnTo>
                    <a:pt x="5391" y="849059"/>
                  </a:lnTo>
                  <a:lnTo>
                    <a:pt x="21119" y="888670"/>
                  </a:lnTo>
                  <a:lnTo>
                    <a:pt x="46513" y="925671"/>
                  </a:lnTo>
                  <a:lnTo>
                    <a:pt x="80903" y="959179"/>
                  </a:lnTo>
                  <a:lnTo>
                    <a:pt x="123619" y="988312"/>
                  </a:lnTo>
                  <a:lnTo>
                    <a:pt x="170460" y="1010516"/>
                  </a:lnTo>
                  <a:lnTo>
                    <a:pt x="171450" y="1009650"/>
                  </a:lnTo>
                  <a:lnTo>
                    <a:pt x="3423238" y="1009650"/>
                  </a:lnTo>
                  <a:lnTo>
                    <a:pt x="3463617" y="947119"/>
                  </a:lnTo>
                  <a:lnTo>
                    <a:pt x="3478059" y="910764"/>
                  </a:lnTo>
                  <a:lnTo>
                    <a:pt x="3486936" y="873114"/>
                  </a:lnTo>
                  <a:lnTo>
                    <a:pt x="3489960" y="834389"/>
                  </a:lnTo>
                  <a:lnTo>
                    <a:pt x="3485154" y="786516"/>
                  </a:lnTo>
                  <a:lnTo>
                    <a:pt x="3471021" y="739434"/>
                  </a:lnTo>
                  <a:lnTo>
                    <a:pt x="3447989" y="693938"/>
                  </a:lnTo>
                  <a:lnTo>
                    <a:pt x="3416482" y="650819"/>
                  </a:lnTo>
                  <a:lnTo>
                    <a:pt x="3376929" y="610870"/>
                  </a:lnTo>
                  <a:lnTo>
                    <a:pt x="3374390" y="610870"/>
                  </a:lnTo>
                  <a:lnTo>
                    <a:pt x="3390126" y="583009"/>
                  </a:lnTo>
                  <a:lnTo>
                    <a:pt x="3394134" y="572770"/>
                  </a:lnTo>
                  <a:lnTo>
                    <a:pt x="313689" y="572770"/>
                  </a:lnTo>
                  <a:lnTo>
                    <a:pt x="313480" y="571690"/>
                  </a:lnTo>
                  <a:close/>
                </a:path>
                <a:path extrusionOk="0" h="1722120" w="3489960">
                  <a:moveTo>
                    <a:pt x="3394631" y="571500"/>
                  </a:moveTo>
                  <a:lnTo>
                    <a:pt x="314959" y="571500"/>
                  </a:lnTo>
                  <a:lnTo>
                    <a:pt x="313689" y="572770"/>
                  </a:lnTo>
                  <a:lnTo>
                    <a:pt x="3394134" y="572770"/>
                  </a:lnTo>
                  <a:lnTo>
                    <a:pt x="3394631" y="571500"/>
                  </a:lnTo>
                  <a:close/>
                </a:path>
                <a:path extrusionOk="0" h="1722120" w="3489960">
                  <a:moveTo>
                    <a:pt x="854710" y="156210"/>
                  </a:moveTo>
                  <a:lnTo>
                    <a:pt x="798766" y="158113"/>
                  </a:lnTo>
                  <a:lnTo>
                    <a:pt x="744463" y="163698"/>
                  </a:lnTo>
                  <a:lnTo>
                    <a:pt x="692072" y="172777"/>
                  </a:lnTo>
                  <a:lnTo>
                    <a:pt x="641865" y="185162"/>
                  </a:lnTo>
                  <a:lnTo>
                    <a:pt x="594115" y="200664"/>
                  </a:lnTo>
                  <a:lnTo>
                    <a:pt x="549091" y="219097"/>
                  </a:lnTo>
                  <a:lnTo>
                    <a:pt x="507066" y="240272"/>
                  </a:lnTo>
                  <a:lnTo>
                    <a:pt x="468312" y="264001"/>
                  </a:lnTo>
                  <a:lnTo>
                    <a:pt x="433100" y="290096"/>
                  </a:lnTo>
                  <a:lnTo>
                    <a:pt x="401701" y="318370"/>
                  </a:lnTo>
                  <a:lnTo>
                    <a:pt x="374388" y="348635"/>
                  </a:lnTo>
                  <a:lnTo>
                    <a:pt x="351432" y="380702"/>
                  </a:lnTo>
                  <a:lnTo>
                    <a:pt x="333105" y="414384"/>
                  </a:lnTo>
                  <a:lnTo>
                    <a:pt x="311422" y="485841"/>
                  </a:lnTo>
                  <a:lnTo>
                    <a:pt x="308609" y="523239"/>
                  </a:lnTo>
                  <a:lnTo>
                    <a:pt x="308867" y="535622"/>
                  </a:lnTo>
                  <a:lnTo>
                    <a:pt x="309721" y="548005"/>
                  </a:lnTo>
                  <a:lnTo>
                    <a:pt x="311288" y="560387"/>
                  </a:lnTo>
                  <a:lnTo>
                    <a:pt x="313480" y="571690"/>
                  </a:lnTo>
                  <a:lnTo>
                    <a:pt x="314959" y="571500"/>
                  </a:lnTo>
                  <a:lnTo>
                    <a:pt x="3394631" y="571500"/>
                  </a:lnTo>
                  <a:lnTo>
                    <a:pt x="3401218" y="554672"/>
                  </a:lnTo>
                  <a:lnTo>
                    <a:pt x="3407787" y="525859"/>
                  </a:lnTo>
                  <a:lnTo>
                    <a:pt x="3409950" y="496570"/>
                  </a:lnTo>
                  <a:lnTo>
                    <a:pt x="3406134" y="457850"/>
                  </a:lnTo>
                  <a:lnTo>
                    <a:pt x="3394974" y="420441"/>
                  </a:lnTo>
                  <a:lnTo>
                    <a:pt x="3376894" y="384738"/>
                  </a:lnTo>
                  <a:lnTo>
                    <a:pt x="3352322" y="351139"/>
                  </a:lnTo>
                  <a:lnTo>
                    <a:pt x="3321684" y="320039"/>
                  </a:lnTo>
                  <a:lnTo>
                    <a:pt x="3285408" y="291835"/>
                  </a:lnTo>
                  <a:lnTo>
                    <a:pt x="3243920" y="266923"/>
                  </a:lnTo>
                  <a:lnTo>
                    <a:pt x="3197646" y="245699"/>
                  </a:lnTo>
                  <a:lnTo>
                    <a:pt x="3147014" y="228559"/>
                  </a:lnTo>
                  <a:lnTo>
                    <a:pt x="3092450" y="215900"/>
                  </a:lnTo>
                  <a:lnTo>
                    <a:pt x="3093719" y="215900"/>
                  </a:lnTo>
                  <a:lnTo>
                    <a:pt x="3090394" y="207010"/>
                  </a:lnTo>
                  <a:lnTo>
                    <a:pt x="1130300" y="207010"/>
                  </a:lnTo>
                  <a:lnTo>
                    <a:pt x="1087484" y="191781"/>
                  </a:lnTo>
                  <a:lnTo>
                    <a:pt x="1043046" y="179164"/>
                  </a:lnTo>
                  <a:lnTo>
                    <a:pt x="997267" y="169227"/>
                  </a:lnTo>
                  <a:lnTo>
                    <a:pt x="950430" y="162042"/>
                  </a:lnTo>
                  <a:lnTo>
                    <a:pt x="902817" y="157679"/>
                  </a:lnTo>
                  <a:lnTo>
                    <a:pt x="854710" y="156210"/>
                  </a:lnTo>
                  <a:close/>
                </a:path>
                <a:path extrusionOk="0" h="1722120" w="3489960">
                  <a:moveTo>
                    <a:pt x="1512569" y="50800"/>
                  </a:moveTo>
                  <a:lnTo>
                    <a:pt x="1459825" y="52977"/>
                  </a:lnTo>
                  <a:lnTo>
                    <a:pt x="1408586" y="59378"/>
                  </a:lnTo>
                  <a:lnTo>
                    <a:pt x="1359323" y="69802"/>
                  </a:lnTo>
                  <a:lnTo>
                    <a:pt x="1312505" y="84053"/>
                  </a:lnTo>
                  <a:lnTo>
                    <a:pt x="1268604" y="101931"/>
                  </a:lnTo>
                  <a:lnTo>
                    <a:pt x="1228089" y="123237"/>
                  </a:lnTo>
                  <a:lnTo>
                    <a:pt x="1191432" y="147772"/>
                  </a:lnTo>
                  <a:lnTo>
                    <a:pt x="1159102" y="175340"/>
                  </a:lnTo>
                  <a:lnTo>
                    <a:pt x="1131569" y="205739"/>
                  </a:lnTo>
                  <a:lnTo>
                    <a:pt x="1130300" y="207010"/>
                  </a:lnTo>
                  <a:lnTo>
                    <a:pt x="3090394" y="207010"/>
                  </a:lnTo>
                  <a:lnTo>
                    <a:pt x="3080029" y="179302"/>
                  </a:lnTo>
                  <a:lnTo>
                    <a:pt x="3059176" y="145166"/>
                  </a:lnTo>
                  <a:lnTo>
                    <a:pt x="3049955" y="134620"/>
                  </a:lnTo>
                  <a:lnTo>
                    <a:pt x="1814829" y="134620"/>
                  </a:lnTo>
                  <a:lnTo>
                    <a:pt x="1772067" y="109890"/>
                  </a:lnTo>
                  <a:lnTo>
                    <a:pt x="1725459" y="89182"/>
                  </a:lnTo>
                  <a:lnTo>
                    <a:pt x="1675606" y="72707"/>
                  </a:lnTo>
                  <a:lnTo>
                    <a:pt x="1623107" y="60677"/>
                  </a:lnTo>
                  <a:lnTo>
                    <a:pt x="1568561" y="53304"/>
                  </a:lnTo>
                  <a:lnTo>
                    <a:pt x="1512569" y="50800"/>
                  </a:lnTo>
                  <a:close/>
                </a:path>
                <a:path extrusionOk="0" h="1722120" w="3489960">
                  <a:moveTo>
                    <a:pt x="2128519" y="0"/>
                  </a:moveTo>
                  <a:lnTo>
                    <a:pt x="2072214" y="3047"/>
                  </a:lnTo>
                  <a:lnTo>
                    <a:pt x="2018174" y="11937"/>
                  </a:lnTo>
                  <a:lnTo>
                    <a:pt x="1967267" y="26292"/>
                  </a:lnTo>
                  <a:lnTo>
                    <a:pt x="1920358" y="45734"/>
                  </a:lnTo>
                  <a:lnTo>
                    <a:pt x="1878315" y="69887"/>
                  </a:lnTo>
                  <a:lnTo>
                    <a:pt x="1842003" y="98371"/>
                  </a:lnTo>
                  <a:lnTo>
                    <a:pt x="1812289" y="130810"/>
                  </a:lnTo>
                  <a:lnTo>
                    <a:pt x="1814829" y="134620"/>
                  </a:lnTo>
                  <a:lnTo>
                    <a:pt x="3049955" y="134620"/>
                  </a:lnTo>
                  <a:lnTo>
                    <a:pt x="3031769" y="113818"/>
                  </a:lnTo>
                  <a:lnTo>
                    <a:pt x="3006832" y="92710"/>
                  </a:lnTo>
                  <a:lnTo>
                    <a:pt x="2407919" y="92710"/>
                  </a:lnTo>
                  <a:lnTo>
                    <a:pt x="2408580" y="92256"/>
                  </a:lnTo>
                  <a:lnTo>
                    <a:pt x="2372701" y="65557"/>
                  </a:lnTo>
                  <a:lnTo>
                    <a:pt x="2331061" y="42709"/>
                  </a:lnTo>
                  <a:lnTo>
                    <a:pt x="2285047" y="24447"/>
                  </a:lnTo>
                  <a:lnTo>
                    <a:pt x="2235435" y="11053"/>
                  </a:lnTo>
                  <a:lnTo>
                    <a:pt x="2183000" y="2810"/>
                  </a:lnTo>
                  <a:lnTo>
                    <a:pt x="2128519" y="0"/>
                  </a:lnTo>
                  <a:close/>
                </a:path>
                <a:path extrusionOk="0" h="1722120" w="3489960">
                  <a:moveTo>
                    <a:pt x="2707640" y="0"/>
                  </a:moveTo>
                  <a:lnTo>
                    <a:pt x="2650513" y="2722"/>
                  </a:lnTo>
                  <a:lnTo>
                    <a:pt x="2595221" y="10771"/>
                  </a:lnTo>
                  <a:lnTo>
                    <a:pt x="2542539" y="23971"/>
                  </a:lnTo>
                  <a:lnTo>
                    <a:pt x="2493245" y="42145"/>
                  </a:lnTo>
                  <a:lnTo>
                    <a:pt x="2448113" y="65116"/>
                  </a:lnTo>
                  <a:lnTo>
                    <a:pt x="2408580" y="92256"/>
                  </a:lnTo>
                  <a:lnTo>
                    <a:pt x="2409190" y="92710"/>
                  </a:lnTo>
                  <a:lnTo>
                    <a:pt x="3006832" y="92710"/>
                  </a:lnTo>
                  <a:lnTo>
                    <a:pt x="2998419" y="85587"/>
                  </a:lnTo>
                  <a:lnTo>
                    <a:pt x="2959735" y="60801"/>
                  </a:lnTo>
                  <a:lnTo>
                    <a:pt x="2916326" y="39786"/>
                  </a:lnTo>
                  <a:lnTo>
                    <a:pt x="2868803" y="22871"/>
                  </a:lnTo>
                  <a:lnTo>
                    <a:pt x="2817774" y="10383"/>
                  </a:lnTo>
                  <a:lnTo>
                    <a:pt x="2763850" y="2650"/>
                  </a:lnTo>
                  <a:lnTo>
                    <a:pt x="2707640" y="0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2543810" y="2247900"/>
              <a:ext cx="3489960" cy="1722120"/>
            </a:xfrm>
            <a:custGeom>
              <a:rect b="b" l="l" r="r" t="t"/>
              <a:pathLst>
                <a:path extrusionOk="0" h="1722120" w="3489960">
                  <a:moveTo>
                    <a:pt x="314959" y="571500"/>
                  </a:moveTo>
                  <a:lnTo>
                    <a:pt x="256996" y="578973"/>
                  </a:lnTo>
                  <a:lnTo>
                    <a:pt x="202994" y="592530"/>
                  </a:lnTo>
                  <a:lnTo>
                    <a:pt x="153717" y="611575"/>
                  </a:lnTo>
                  <a:lnTo>
                    <a:pt x="109927" y="635512"/>
                  </a:lnTo>
                  <a:lnTo>
                    <a:pt x="72388" y="663744"/>
                  </a:lnTo>
                  <a:lnTo>
                    <a:pt x="41862" y="695677"/>
                  </a:lnTo>
                  <a:lnTo>
                    <a:pt x="19114" y="730715"/>
                  </a:lnTo>
                  <a:lnTo>
                    <a:pt x="4905" y="768261"/>
                  </a:lnTo>
                  <a:lnTo>
                    <a:pt x="0" y="807720"/>
                  </a:lnTo>
                  <a:lnTo>
                    <a:pt x="5391" y="849059"/>
                  </a:lnTo>
                  <a:lnTo>
                    <a:pt x="21119" y="888670"/>
                  </a:lnTo>
                  <a:lnTo>
                    <a:pt x="46513" y="925671"/>
                  </a:lnTo>
                  <a:lnTo>
                    <a:pt x="80903" y="959179"/>
                  </a:lnTo>
                  <a:lnTo>
                    <a:pt x="123619" y="988312"/>
                  </a:lnTo>
                  <a:lnTo>
                    <a:pt x="173989" y="1012189"/>
                  </a:lnTo>
                  <a:lnTo>
                    <a:pt x="130849" y="1045210"/>
                  </a:lnTo>
                  <a:lnTo>
                    <a:pt x="100964" y="1084580"/>
                  </a:lnTo>
                  <a:lnTo>
                    <a:pt x="82510" y="1126807"/>
                  </a:lnTo>
                  <a:lnTo>
                    <a:pt x="76200" y="1170939"/>
                  </a:lnTo>
                  <a:lnTo>
                    <a:pt x="80805" y="1209340"/>
                  </a:lnTo>
                  <a:lnTo>
                    <a:pt x="94142" y="1245737"/>
                  </a:lnTo>
                  <a:lnTo>
                    <a:pt x="115496" y="1279650"/>
                  </a:lnTo>
                  <a:lnTo>
                    <a:pt x="144150" y="1310599"/>
                  </a:lnTo>
                  <a:lnTo>
                    <a:pt x="179387" y="1338103"/>
                  </a:lnTo>
                  <a:lnTo>
                    <a:pt x="220492" y="1361683"/>
                  </a:lnTo>
                  <a:lnTo>
                    <a:pt x="266748" y="1380859"/>
                  </a:lnTo>
                  <a:lnTo>
                    <a:pt x="317439" y="1395150"/>
                  </a:lnTo>
                  <a:lnTo>
                    <a:pt x="371848" y="1404077"/>
                  </a:lnTo>
                  <a:lnTo>
                    <a:pt x="429259" y="1407160"/>
                  </a:lnTo>
                  <a:lnTo>
                    <a:pt x="439003" y="1407140"/>
                  </a:lnTo>
                  <a:lnTo>
                    <a:pt x="449103" y="1407001"/>
                  </a:lnTo>
                  <a:lnTo>
                    <a:pt x="459442" y="1406624"/>
                  </a:lnTo>
                  <a:lnTo>
                    <a:pt x="469900" y="1405889"/>
                  </a:lnTo>
                  <a:lnTo>
                    <a:pt x="467359" y="1407160"/>
                  </a:lnTo>
                  <a:lnTo>
                    <a:pt x="497214" y="1438787"/>
                  </a:lnTo>
                  <a:lnTo>
                    <a:pt x="530724" y="1468196"/>
                  </a:lnTo>
                  <a:lnTo>
                    <a:pt x="567630" y="1495286"/>
                  </a:lnTo>
                  <a:lnTo>
                    <a:pt x="607671" y="1519954"/>
                  </a:lnTo>
                  <a:lnTo>
                    <a:pt x="650587" y="1542101"/>
                  </a:lnTo>
                  <a:lnTo>
                    <a:pt x="696118" y="1561623"/>
                  </a:lnTo>
                  <a:lnTo>
                    <a:pt x="744004" y="1578421"/>
                  </a:lnTo>
                  <a:lnTo>
                    <a:pt x="793985" y="1592391"/>
                  </a:lnTo>
                  <a:lnTo>
                    <a:pt x="845800" y="1603434"/>
                  </a:lnTo>
                  <a:lnTo>
                    <a:pt x="899189" y="1611447"/>
                  </a:lnTo>
                  <a:lnTo>
                    <a:pt x="953892" y="1616330"/>
                  </a:lnTo>
                  <a:lnTo>
                    <a:pt x="1009650" y="1617980"/>
                  </a:lnTo>
                  <a:lnTo>
                    <a:pt x="1057906" y="1616739"/>
                  </a:lnTo>
                  <a:lnTo>
                    <a:pt x="1105673" y="1613033"/>
                  </a:lnTo>
                  <a:lnTo>
                    <a:pt x="1152774" y="1606883"/>
                  </a:lnTo>
                  <a:lnTo>
                    <a:pt x="1199031" y="1598311"/>
                  </a:lnTo>
                  <a:lnTo>
                    <a:pt x="1244266" y="1587340"/>
                  </a:lnTo>
                  <a:lnTo>
                    <a:pt x="1288302" y="1573992"/>
                  </a:lnTo>
                  <a:lnTo>
                    <a:pt x="1330960" y="1558289"/>
                  </a:lnTo>
                  <a:lnTo>
                    <a:pt x="1361861" y="1587874"/>
                  </a:lnTo>
                  <a:lnTo>
                    <a:pt x="1397934" y="1614830"/>
                  </a:lnTo>
                  <a:lnTo>
                    <a:pt x="1437543" y="1639042"/>
                  </a:lnTo>
                  <a:lnTo>
                    <a:pt x="1480322" y="1660397"/>
                  </a:lnTo>
                  <a:lnTo>
                    <a:pt x="1525905" y="1678781"/>
                  </a:lnTo>
                  <a:lnTo>
                    <a:pt x="1573926" y="1694078"/>
                  </a:lnTo>
                  <a:lnTo>
                    <a:pt x="1624020" y="1706175"/>
                  </a:lnTo>
                  <a:lnTo>
                    <a:pt x="1675820" y="1714957"/>
                  </a:lnTo>
                  <a:lnTo>
                    <a:pt x="1728962" y="1720310"/>
                  </a:lnTo>
                  <a:lnTo>
                    <a:pt x="1783079" y="1722120"/>
                  </a:lnTo>
                  <a:lnTo>
                    <a:pt x="1837923" y="1720253"/>
                  </a:lnTo>
                  <a:lnTo>
                    <a:pt x="1891462" y="1714762"/>
                  </a:lnTo>
                  <a:lnTo>
                    <a:pt x="1943386" y="1705810"/>
                  </a:lnTo>
                  <a:lnTo>
                    <a:pt x="1993380" y="1693559"/>
                  </a:lnTo>
                  <a:lnTo>
                    <a:pt x="2041135" y="1678172"/>
                  </a:lnTo>
                  <a:lnTo>
                    <a:pt x="2086336" y="1659814"/>
                  </a:lnTo>
                  <a:lnTo>
                    <a:pt x="2128673" y="1638646"/>
                  </a:lnTo>
                  <a:lnTo>
                    <a:pt x="2167832" y="1614831"/>
                  </a:lnTo>
                  <a:lnTo>
                    <a:pt x="2203503" y="1588534"/>
                  </a:lnTo>
                  <a:lnTo>
                    <a:pt x="2235372" y="1559916"/>
                  </a:lnTo>
                  <a:lnTo>
                    <a:pt x="2263127" y="1529140"/>
                  </a:lnTo>
                  <a:lnTo>
                    <a:pt x="2286457" y="1496370"/>
                  </a:lnTo>
                  <a:lnTo>
                    <a:pt x="2305050" y="1461770"/>
                  </a:lnTo>
                  <a:lnTo>
                    <a:pt x="2305050" y="1463039"/>
                  </a:lnTo>
                  <a:lnTo>
                    <a:pt x="2351166" y="1480251"/>
                  </a:lnTo>
                  <a:lnTo>
                    <a:pt x="2399355" y="1493743"/>
                  </a:lnTo>
                  <a:lnTo>
                    <a:pt x="2449250" y="1503456"/>
                  </a:lnTo>
                  <a:lnTo>
                    <a:pt x="2500487" y="1509328"/>
                  </a:lnTo>
                  <a:lnTo>
                    <a:pt x="2552700" y="1511300"/>
                  </a:lnTo>
                  <a:lnTo>
                    <a:pt x="2610993" y="1508618"/>
                  </a:lnTo>
                  <a:lnTo>
                    <a:pt x="2667179" y="1501349"/>
                  </a:lnTo>
                  <a:lnTo>
                    <a:pt x="2720815" y="1489771"/>
                  </a:lnTo>
                  <a:lnTo>
                    <a:pt x="2771461" y="1474167"/>
                  </a:lnTo>
                  <a:lnTo>
                    <a:pt x="2818677" y="1454817"/>
                  </a:lnTo>
                  <a:lnTo>
                    <a:pt x="2862022" y="1432002"/>
                  </a:lnTo>
                  <a:lnTo>
                    <a:pt x="2901056" y="1406003"/>
                  </a:lnTo>
                  <a:lnTo>
                    <a:pt x="2935339" y="1377101"/>
                  </a:lnTo>
                  <a:lnTo>
                    <a:pt x="2964429" y="1345578"/>
                  </a:lnTo>
                  <a:lnTo>
                    <a:pt x="2987887" y="1311712"/>
                  </a:lnTo>
                  <a:lnTo>
                    <a:pt x="3005272" y="1275787"/>
                  </a:lnTo>
                  <a:lnTo>
                    <a:pt x="3016143" y="1238082"/>
                  </a:lnTo>
                  <a:lnTo>
                    <a:pt x="3020060" y="1198879"/>
                  </a:lnTo>
                  <a:lnTo>
                    <a:pt x="3076656" y="1191238"/>
                  </a:lnTo>
                  <a:lnTo>
                    <a:pt x="3130864" y="1179889"/>
                  </a:lnTo>
                  <a:lnTo>
                    <a:pt x="3182395" y="1165052"/>
                  </a:lnTo>
                  <a:lnTo>
                    <a:pt x="3230961" y="1146946"/>
                  </a:lnTo>
                  <a:lnTo>
                    <a:pt x="3276272" y="1125792"/>
                  </a:lnTo>
                  <a:lnTo>
                    <a:pt x="3318039" y="1101808"/>
                  </a:lnTo>
                  <a:lnTo>
                    <a:pt x="3355975" y="1075213"/>
                  </a:lnTo>
                  <a:lnTo>
                    <a:pt x="3389789" y="1046228"/>
                  </a:lnTo>
                  <a:lnTo>
                    <a:pt x="3419193" y="1015071"/>
                  </a:lnTo>
                  <a:lnTo>
                    <a:pt x="3443899" y="981961"/>
                  </a:lnTo>
                  <a:lnTo>
                    <a:pt x="3463617" y="947119"/>
                  </a:lnTo>
                  <a:lnTo>
                    <a:pt x="3478059" y="910764"/>
                  </a:lnTo>
                  <a:lnTo>
                    <a:pt x="3486936" y="873114"/>
                  </a:lnTo>
                  <a:lnTo>
                    <a:pt x="3489960" y="834389"/>
                  </a:lnTo>
                  <a:lnTo>
                    <a:pt x="3485154" y="786516"/>
                  </a:lnTo>
                  <a:lnTo>
                    <a:pt x="3471021" y="739434"/>
                  </a:lnTo>
                  <a:lnTo>
                    <a:pt x="3447989" y="693938"/>
                  </a:lnTo>
                  <a:lnTo>
                    <a:pt x="3416482" y="650819"/>
                  </a:lnTo>
                  <a:lnTo>
                    <a:pt x="3376929" y="610870"/>
                  </a:lnTo>
                  <a:lnTo>
                    <a:pt x="3374390" y="610870"/>
                  </a:lnTo>
                  <a:lnTo>
                    <a:pt x="3390126" y="583009"/>
                  </a:lnTo>
                  <a:lnTo>
                    <a:pt x="3401218" y="554672"/>
                  </a:lnTo>
                  <a:lnTo>
                    <a:pt x="3407787" y="525859"/>
                  </a:lnTo>
                  <a:lnTo>
                    <a:pt x="3409950" y="496570"/>
                  </a:lnTo>
                  <a:lnTo>
                    <a:pt x="3406134" y="457850"/>
                  </a:lnTo>
                  <a:lnTo>
                    <a:pt x="3394974" y="420441"/>
                  </a:lnTo>
                  <a:lnTo>
                    <a:pt x="3376894" y="384738"/>
                  </a:lnTo>
                  <a:lnTo>
                    <a:pt x="3352322" y="351139"/>
                  </a:lnTo>
                  <a:lnTo>
                    <a:pt x="3321684" y="320039"/>
                  </a:lnTo>
                  <a:lnTo>
                    <a:pt x="3285408" y="291835"/>
                  </a:lnTo>
                  <a:lnTo>
                    <a:pt x="3243920" y="266923"/>
                  </a:lnTo>
                  <a:lnTo>
                    <a:pt x="3197646" y="245699"/>
                  </a:lnTo>
                  <a:lnTo>
                    <a:pt x="3147014" y="228559"/>
                  </a:lnTo>
                  <a:lnTo>
                    <a:pt x="3092450" y="215900"/>
                  </a:lnTo>
                  <a:lnTo>
                    <a:pt x="3093719" y="215900"/>
                  </a:lnTo>
                  <a:lnTo>
                    <a:pt x="3080029" y="179302"/>
                  </a:lnTo>
                  <a:lnTo>
                    <a:pt x="3059176" y="145166"/>
                  </a:lnTo>
                  <a:lnTo>
                    <a:pt x="3031769" y="113818"/>
                  </a:lnTo>
                  <a:lnTo>
                    <a:pt x="2998419" y="85587"/>
                  </a:lnTo>
                  <a:lnTo>
                    <a:pt x="2959735" y="60801"/>
                  </a:lnTo>
                  <a:lnTo>
                    <a:pt x="2916326" y="39786"/>
                  </a:lnTo>
                  <a:lnTo>
                    <a:pt x="2868803" y="22871"/>
                  </a:lnTo>
                  <a:lnTo>
                    <a:pt x="2817774" y="10383"/>
                  </a:lnTo>
                  <a:lnTo>
                    <a:pt x="2763850" y="2650"/>
                  </a:lnTo>
                  <a:lnTo>
                    <a:pt x="2707640" y="0"/>
                  </a:lnTo>
                  <a:lnTo>
                    <a:pt x="2650513" y="2722"/>
                  </a:lnTo>
                  <a:lnTo>
                    <a:pt x="2595221" y="10771"/>
                  </a:lnTo>
                  <a:lnTo>
                    <a:pt x="2542539" y="23971"/>
                  </a:lnTo>
                  <a:lnTo>
                    <a:pt x="2493245" y="42145"/>
                  </a:lnTo>
                  <a:lnTo>
                    <a:pt x="2448113" y="65116"/>
                  </a:lnTo>
                  <a:lnTo>
                    <a:pt x="2407919" y="92710"/>
                  </a:lnTo>
                  <a:lnTo>
                    <a:pt x="2372701" y="65557"/>
                  </a:lnTo>
                  <a:lnTo>
                    <a:pt x="2331061" y="42709"/>
                  </a:lnTo>
                  <a:lnTo>
                    <a:pt x="2285047" y="24447"/>
                  </a:lnTo>
                  <a:lnTo>
                    <a:pt x="2235435" y="11053"/>
                  </a:lnTo>
                  <a:lnTo>
                    <a:pt x="2183000" y="2810"/>
                  </a:lnTo>
                  <a:lnTo>
                    <a:pt x="2128519" y="0"/>
                  </a:lnTo>
                  <a:lnTo>
                    <a:pt x="2072214" y="3047"/>
                  </a:lnTo>
                  <a:lnTo>
                    <a:pt x="2018174" y="11937"/>
                  </a:lnTo>
                  <a:lnTo>
                    <a:pt x="1967267" y="26292"/>
                  </a:lnTo>
                  <a:lnTo>
                    <a:pt x="1920358" y="45734"/>
                  </a:lnTo>
                  <a:lnTo>
                    <a:pt x="1878315" y="69887"/>
                  </a:lnTo>
                  <a:lnTo>
                    <a:pt x="1842003" y="98371"/>
                  </a:lnTo>
                  <a:lnTo>
                    <a:pt x="1812289" y="130810"/>
                  </a:lnTo>
                  <a:lnTo>
                    <a:pt x="1814829" y="134620"/>
                  </a:lnTo>
                  <a:lnTo>
                    <a:pt x="1772067" y="109890"/>
                  </a:lnTo>
                  <a:lnTo>
                    <a:pt x="1725459" y="89182"/>
                  </a:lnTo>
                  <a:lnTo>
                    <a:pt x="1675606" y="72707"/>
                  </a:lnTo>
                  <a:lnTo>
                    <a:pt x="1623107" y="60677"/>
                  </a:lnTo>
                  <a:lnTo>
                    <a:pt x="1568561" y="53304"/>
                  </a:lnTo>
                  <a:lnTo>
                    <a:pt x="1512569" y="50800"/>
                  </a:lnTo>
                  <a:lnTo>
                    <a:pt x="1459825" y="52977"/>
                  </a:lnTo>
                  <a:lnTo>
                    <a:pt x="1408586" y="59378"/>
                  </a:lnTo>
                  <a:lnTo>
                    <a:pt x="1359323" y="69802"/>
                  </a:lnTo>
                  <a:lnTo>
                    <a:pt x="1312505" y="84053"/>
                  </a:lnTo>
                  <a:lnTo>
                    <a:pt x="1268604" y="101931"/>
                  </a:lnTo>
                  <a:lnTo>
                    <a:pt x="1228089" y="123237"/>
                  </a:lnTo>
                  <a:lnTo>
                    <a:pt x="1191432" y="147772"/>
                  </a:lnTo>
                  <a:lnTo>
                    <a:pt x="1159102" y="175340"/>
                  </a:lnTo>
                  <a:lnTo>
                    <a:pt x="1131569" y="205739"/>
                  </a:lnTo>
                  <a:lnTo>
                    <a:pt x="1130300" y="207010"/>
                  </a:lnTo>
                  <a:lnTo>
                    <a:pt x="1087484" y="191781"/>
                  </a:lnTo>
                  <a:lnTo>
                    <a:pt x="1043046" y="179164"/>
                  </a:lnTo>
                  <a:lnTo>
                    <a:pt x="997267" y="169227"/>
                  </a:lnTo>
                  <a:lnTo>
                    <a:pt x="950430" y="162042"/>
                  </a:lnTo>
                  <a:lnTo>
                    <a:pt x="902817" y="157679"/>
                  </a:lnTo>
                  <a:lnTo>
                    <a:pt x="854710" y="156210"/>
                  </a:lnTo>
                  <a:lnTo>
                    <a:pt x="798766" y="158113"/>
                  </a:lnTo>
                  <a:lnTo>
                    <a:pt x="744463" y="163698"/>
                  </a:lnTo>
                  <a:lnTo>
                    <a:pt x="692072" y="172777"/>
                  </a:lnTo>
                  <a:lnTo>
                    <a:pt x="641865" y="185162"/>
                  </a:lnTo>
                  <a:lnTo>
                    <a:pt x="594115" y="200664"/>
                  </a:lnTo>
                  <a:lnTo>
                    <a:pt x="549091" y="219097"/>
                  </a:lnTo>
                  <a:lnTo>
                    <a:pt x="507066" y="240272"/>
                  </a:lnTo>
                  <a:lnTo>
                    <a:pt x="468312" y="264001"/>
                  </a:lnTo>
                  <a:lnTo>
                    <a:pt x="433100" y="290096"/>
                  </a:lnTo>
                  <a:lnTo>
                    <a:pt x="401701" y="318370"/>
                  </a:lnTo>
                  <a:lnTo>
                    <a:pt x="374388" y="348635"/>
                  </a:lnTo>
                  <a:lnTo>
                    <a:pt x="351432" y="380702"/>
                  </a:lnTo>
                  <a:lnTo>
                    <a:pt x="333105" y="414384"/>
                  </a:lnTo>
                  <a:lnTo>
                    <a:pt x="311422" y="485841"/>
                  </a:lnTo>
                  <a:lnTo>
                    <a:pt x="308609" y="523239"/>
                  </a:lnTo>
                  <a:lnTo>
                    <a:pt x="308867" y="535622"/>
                  </a:lnTo>
                  <a:lnTo>
                    <a:pt x="309721" y="548005"/>
                  </a:lnTo>
                  <a:lnTo>
                    <a:pt x="311288" y="560387"/>
                  </a:lnTo>
                  <a:lnTo>
                    <a:pt x="313689" y="572770"/>
                  </a:lnTo>
                  <a:lnTo>
                    <a:pt x="314959" y="571500"/>
                  </a:lnTo>
                  <a:close/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73989" y="1012189"/>
                  </a:moveTo>
                  <a:lnTo>
                    <a:pt x="215324" y="1026457"/>
                  </a:lnTo>
                  <a:lnTo>
                    <a:pt x="258921" y="1036796"/>
                  </a:lnTo>
                  <a:lnTo>
                    <a:pt x="304184" y="1043086"/>
                  </a:lnTo>
                  <a:lnTo>
                    <a:pt x="350519" y="1045210"/>
                  </a:lnTo>
                  <a:lnTo>
                    <a:pt x="357385" y="1045190"/>
                  </a:lnTo>
                  <a:lnTo>
                    <a:pt x="364489" y="1045051"/>
                  </a:lnTo>
                  <a:lnTo>
                    <a:pt x="371594" y="1044674"/>
                  </a:lnTo>
                  <a:lnTo>
                    <a:pt x="378459" y="1043939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469900" y="1405889"/>
                  </a:moveTo>
                  <a:lnTo>
                    <a:pt x="492720" y="1403508"/>
                  </a:lnTo>
                  <a:lnTo>
                    <a:pt x="515302" y="1400175"/>
                  </a:lnTo>
                  <a:lnTo>
                    <a:pt x="537408" y="1395888"/>
                  </a:lnTo>
                  <a:lnTo>
                    <a:pt x="558800" y="139065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275079" y="1489710"/>
                  </a:moveTo>
                  <a:lnTo>
                    <a:pt x="1287006" y="1507569"/>
                  </a:lnTo>
                  <a:lnTo>
                    <a:pt x="1300003" y="1524952"/>
                  </a:lnTo>
                  <a:lnTo>
                    <a:pt x="1314192" y="1541859"/>
                  </a:lnTo>
                  <a:lnTo>
                    <a:pt x="1329689" y="1558289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2305050" y="1461770"/>
                  </a:moveTo>
                  <a:lnTo>
                    <a:pt x="2312709" y="1442700"/>
                  </a:lnTo>
                  <a:lnTo>
                    <a:pt x="2318702" y="1423511"/>
                  </a:lnTo>
                  <a:lnTo>
                    <a:pt x="2323266" y="1404084"/>
                  </a:lnTo>
                  <a:lnTo>
                    <a:pt x="2326640" y="138430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020060" y="1198879"/>
                  </a:moveTo>
                  <a:lnTo>
                    <a:pt x="3021329" y="1197610"/>
                  </a:lnTo>
                  <a:lnTo>
                    <a:pt x="3021329" y="1196339"/>
                  </a:lnTo>
                  <a:lnTo>
                    <a:pt x="3017582" y="1156987"/>
                  </a:lnTo>
                  <a:lnTo>
                    <a:pt x="3006591" y="1118774"/>
                  </a:lnTo>
                  <a:lnTo>
                    <a:pt x="2988733" y="1082087"/>
                  </a:lnTo>
                  <a:lnTo>
                    <a:pt x="2964383" y="1047312"/>
                  </a:lnTo>
                  <a:lnTo>
                    <a:pt x="2933919" y="1014838"/>
                  </a:lnTo>
                  <a:lnTo>
                    <a:pt x="2897716" y="985049"/>
                  </a:lnTo>
                  <a:lnTo>
                    <a:pt x="2856151" y="958334"/>
                  </a:lnTo>
                  <a:lnTo>
                    <a:pt x="2809600" y="935078"/>
                  </a:lnTo>
                  <a:lnTo>
                    <a:pt x="2758440" y="91567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257550" y="717550"/>
                  </a:moveTo>
                  <a:lnTo>
                    <a:pt x="3293665" y="694273"/>
                  </a:lnTo>
                  <a:lnTo>
                    <a:pt x="3325495" y="668496"/>
                  </a:lnTo>
                  <a:lnTo>
                    <a:pt x="3352561" y="640576"/>
                  </a:lnTo>
                  <a:lnTo>
                    <a:pt x="3374390" y="61087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100069" y="265429"/>
                  </a:moveTo>
                  <a:lnTo>
                    <a:pt x="3100069" y="264160"/>
                  </a:lnTo>
                  <a:lnTo>
                    <a:pt x="3100069" y="262889"/>
                  </a:lnTo>
                  <a:lnTo>
                    <a:pt x="3099613" y="250725"/>
                  </a:lnTo>
                  <a:lnTo>
                    <a:pt x="3098323" y="238918"/>
                  </a:lnTo>
                  <a:lnTo>
                    <a:pt x="3096319" y="227349"/>
                  </a:lnTo>
                  <a:lnTo>
                    <a:pt x="3093719" y="21590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2407919" y="92710"/>
                  </a:moveTo>
                  <a:lnTo>
                    <a:pt x="2390556" y="107453"/>
                  </a:lnTo>
                  <a:lnTo>
                    <a:pt x="2374741" y="123031"/>
                  </a:lnTo>
                  <a:lnTo>
                    <a:pt x="2360592" y="139322"/>
                  </a:lnTo>
                  <a:lnTo>
                    <a:pt x="2348229" y="15621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812289" y="130810"/>
                  </a:moveTo>
                  <a:lnTo>
                    <a:pt x="1803459" y="144184"/>
                  </a:lnTo>
                  <a:lnTo>
                    <a:pt x="1795938" y="157797"/>
                  </a:lnTo>
                  <a:lnTo>
                    <a:pt x="1789608" y="171886"/>
                  </a:lnTo>
                  <a:lnTo>
                    <a:pt x="1784350" y="186689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1235710" y="260350"/>
                  </a:moveTo>
                  <a:lnTo>
                    <a:pt x="1211202" y="245586"/>
                  </a:lnTo>
                  <a:lnTo>
                    <a:pt x="1185386" y="231775"/>
                  </a:lnTo>
                  <a:lnTo>
                    <a:pt x="1158378" y="218916"/>
                  </a:lnTo>
                  <a:lnTo>
                    <a:pt x="1130300" y="20701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  <a:path extrusionOk="0" h="1722120" w="3489960">
                  <a:moveTo>
                    <a:pt x="313689" y="572770"/>
                  </a:moveTo>
                  <a:lnTo>
                    <a:pt x="317003" y="587037"/>
                  </a:lnTo>
                  <a:lnTo>
                    <a:pt x="321151" y="601186"/>
                  </a:lnTo>
                  <a:lnTo>
                    <a:pt x="326012" y="615096"/>
                  </a:lnTo>
                  <a:lnTo>
                    <a:pt x="331469" y="628650"/>
                  </a:lnTo>
                </a:path>
                <a:path extrusionOk="0" h="1722120" w="3489960">
                  <a:moveTo>
                    <a:pt x="0" y="0"/>
                  </a:moveTo>
                  <a:lnTo>
                    <a:pt x="0" y="0"/>
                  </a:lnTo>
                </a:path>
                <a:path extrusionOk="0" h="1722120" w="3489960">
                  <a:moveTo>
                    <a:pt x="3489960" y="1722120"/>
                  </a:moveTo>
                  <a:lnTo>
                    <a:pt x="3489960" y="172212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5" name="Google Shape;1495;p33"/>
          <p:cNvSpPr txBox="1"/>
          <p:nvPr/>
        </p:nvSpPr>
        <p:spPr>
          <a:xfrm>
            <a:off x="5015229" y="2874009"/>
            <a:ext cx="13449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29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96" name="Google Shape;1496;p33"/>
          <p:cNvGrpSpPr/>
          <p:nvPr/>
        </p:nvGrpSpPr>
        <p:grpSpPr>
          <a:xfrm>
            <a:off x="2195830" y="937260"/>
            <a:ext cx="6235699" cy="4964429"/>
            <a:chOff x="671830" y="937260"/>
            <a:chExt cx="6235699" cy="4964429"/>
          </a:xfrm>
        </p:grpSpPr>
        <p:sp>
          <p:nvSpPr>
            <p:cNvPr id="1497" name="Google Shape;1497;p33"/>
            <p:cNvSpPr/>
            <p:nvPr/>
          </p:nvSpPr>
          <p:spPr>
            <a:xfrm>
              <a:off x="4511039" y="4592319"/>
              <a:ext cx="1450339" cy="130937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4869180" y="4640580"/>
              <a:ext cx="848360" cy="66929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1016000" y="4385310"/>
              <a:ext cx="1673860" cy="14477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1409700" y="4640580"/>
              <a:ext cx="787400" cy="53086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2092960" y="3903980"/>
              <a:ext cx="2849880" cy="688340"/>
            </a:xfrm>
            <a:custGeom>
              <a:rect b="b" l="l" r="r" t="t"/>
              <a:pathLst>
                <a:path extrusionOk="0" h="688339" w="2849879">
                  <a:moveTo>
                    <a:pt x="0" y="647700"/>
                  </a:moveTo>
                  <a:lnTo>
                    <a:pt x="45189" y="616790"/>
                  </a:lnTo>
                  <a:lnTo>
                    <a:pt x="90274" y="586010"/>
                  </a:lnTo>
                  <a:lnTo>
                    <a:pt x="135262" y="555417"/>
                  </a:lnTo>
                  <a:lnTo>
                    <a:pt x="180161" y="525065"/>
                  </a:lnTo>
                  <a:lnTo>
                    <a:pt x="224978" y="495011"/>
                  </a:lnTo>
                  <a:lnTo>
                    <a:pt x="269721" y="465311"/>
                  </a:lnTo>
                  <a:lnTo>
                    <a:pt x="314396" y="436019"/>
                  </a:lnTo>
                  <a:lnTo>
                    <a:pt x="359013" y="407193"/>
                  </a:lnTo>
                  <a:lnTo>
                    <a:pt x="403577" y="378888"/>
                  </a:lnTo>
                  <a:lnTo>
                    <a:pt x="448096" y="351159"/>
                  </a:lnTo>
                  <a:lnTo>
                    <a:pt x="492578" y="324063"/>
                  </a:lnTo>
                  <a:lnTo>
                    <a:pt x="537031" y="297656"/>
                  </a:lnTo>
                  <a:lnTo>
                    <a:pt x="581461" y="271992"/>
                  </a:lnTo>
                  <a:lnTo>
                    <a:pt x="625876" y="247129"/>
                  </a:lnTo>
                  <a:lnTo>
                    <a:pt x="670284" y="223121"/>
                  </a:lnTo>
                  <a:lnTo>
                    <a:pt x="714692" y="200025"/>
                  </a:lnTo>
                  <a:lnTo>
                    <a:pt x="759107" y="177896"/>
                  </a:lnTo>
                  <a:lnTo>
                    <a:pt x="803537" y="156790"/>
                  </a:lnTo>
                  <a:lnTo>
                    <a:pt x="847990" y="136763"/>
                  </a:lnTo>
                  <a:lnTo>
                    <a:pt x="892472" y="117871"/>
                  </a:lnTo>
                  <a:lnTo>
                    <a:pt x="936992" y="100170"/>
                  </a:lnTo>
                  <a:lnTo>
                    <a:pt x="981556" y="83715"/>
                  </a:lnTo>
                  <a:lnTo>
                    <a:pt x="1026172" y="68563"/>
                  </a:lnTo>
                  <a:lnTo>
                    <a:pt x="1070848" y="54768"/>
                  </a:lnTo>
                  <a:lnTo>
                    <a:pt x="1115590" y="42388"/>
                  </a:lnTo>
                  <a:lnTo>
                    <a:pt x="1160407" y="31477"/>
                  </a:lnTo>
                  <a:lnTo>
                    <a:pt x="1205306" y="22091"/>
                  </a:lnTo>
                  <a:lnTo>
                    <a:pt x="1250295" y="14287"/>
                  </a:lnTo>
                  <a:lnTo>
                    <a:pt x="1295380" y="8120"/>
                  </a:lnTo>
                  <a:lnTo>
                    <a:pt x="1340569" y="3646"/>
                  </a:lnTo>
                  <a:lnTo>
                    <a:pt x="1385870" y="920"/>
                  </a:lnTo>
                  <a:lnTo>
                    <a:pt x="1431289" y="0"/>
                  </a:lnTo>
                  <a:lnTo>
                    <a:pt x="1476322" y="1396"/>
                  </a:lnTo>
                  <a:lnTo>
                    <a:pt x="1523308" y="5490"/>
                  </a:lnTo>
                  <a:lnTo>
                    <a:pt x="1572046" y="12138"/>
                  </a:lnTo>
                  <a:lnTo>
                    <a:pt x="1622335" y="21198"/>
                  </a:lnTo>
                  <a:lnTo>
                    <a:pt x="1673973" y="32524"/>
                  </a:lnTo>
                  <a:lnTo>
                    <a:pt x="1726760" y="45975"/>
                  </a:lnTo>
                  <a:lnTo>
                    <a:pt x="1780493" y="61407"/>
                  </a:lnTo>
                  <a:lnTo>
                    <a:pt x="1834971" y="78676"/>
                  </a:lnTo>
                  <a:lnTo>
                    <a:pt x="1889992" y="97640"/>
                  </a:lnTo>
                  <a:lnTo>
                    <a:pt x="1945356" y="118154"/>
                  </a:lnTo>
                  <a:lnTo>
                    <a:pt x="2000861" y="140076"/>
                  </a:lnTo>
                  <a:lnTo>
                    <a:pt x="2056305" y="163262"/>
                  </a:lnTo>
                  <a:lnTo>
                    <a:pt x="2111487" y="187569"/>
                  </a:lnTo>
                  <a:lnTo>
                    <a:pt x="2166206" y="212853"/>
                  </a:lnTo>
                  <a:lnTo>
                    <a:pt x="2220259" y="238971"/>
                  </a:lnTo>
                  <a:lnTo>
                    <a:pt x="2273446" y="265781"/>
                  </a:lnTo>
                  <a:lnTo>
                    <a:pt x="2325566" y="293137"/>
                  </a:lnTo>
                  <a:lnTo>
                    <a:pt x="2376416" y="320898"/>
                  </a:lnTo>
                  <a:lnTo>
                    <a:pt x="2425795" y="348920"/>
                  </a:lnTo>
                  <a:lnTo>
                    <a:pt x="2473502" y="377059"/>
                  </a:lnTo>
                  <a:lnTo>
                    <a:pt x="2519336" y="405172"/>
                  </a:lnTo>
                  <a:lnTo>
                    <a:pt x="2563095" y="433117"/>
                  </a:lnTo>
                  <a:lnTo>
                    <a:pt x="2604577" y="460748"/>
                  </a:lnTo>
                  <a:lnTo>
                    <a:pt x="2643581" y="487924"/>
                  </a:lnTo>
                  <a:lnTo>
                    <a:pt x="2679906" y="514500"/>
                  </a:lnTo>
                  <a:lnTo>
                    <a:pt x="2713351" y="540334"/>
                  </a:lnTo>
                  <a:lnTo>
                    <a:pt x="2743713" y="565282"/>
                  </a:lnTo>
                  <a:lnTo>
                    <a:pt x="2794385" y="611947"/>
                  </a:lnTo>
                  <a:lnTo>
                    <a:pt x="2830311" y="653348"/>
                  </a:lnTo>
                  <a:lnTo>
                    <a:pt x="2842241" y="671717"/>
                  </a:lnTo>
                  <a:lnTo>
                    <a:pt x="2849879" y="688340"/>
                  </a:lnTo>
                </a:path>
              </a:pathLst>
            </a:custGeom>
            <a:noFill/>
            <a:ln cap="flat" cmpd="sng" w="15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2034540" y="4517389"/>
              <a:ext cx="83820" cy="74930"/>
            </a:xfrm>
            <a:custGeom>
              <a:rect b="b" l="l" r="r" t="t"/>
              <a:pathLst>
                <a:path extrusionOk="0" h="74929" w="83819">
                  <a:moveTo>
                    <a:pt x="40640" y="0"/>
                  </a:moveTo>
                  <a:lnTo>
                    <a:pt x="0" y="74930"/>
                  </a:lnTo>
                  <a:lnTo>
                    <a:pt x="83820" y="63500"/>
                  </a:lnTo>
                  <a:lnTo>
                    <a:pt x="36830" y="48260"/>
                  </a:lnTo>
                  <a:lnTo>
                    <a:pt x="4064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1724660" y="2493010"/>
              <a:ext cx="3362960" cy="2099310"/>
            </a:xfrm>
            <a:custGeom>
              <a:rect b="b" l="l" r="r" t="t"/>
              <a:pathLst>
                <a:path extrusionOk="0" h="2099310" w="3362960">
                  <a:moveTo>
                    <a:pt x="3362960" y="2099310"/>
                  </a:moveTo>
                  <a:lnTo>
                    <a:pt x="3323990" y="2061325"/>
                  </a:lnTo>
                  <a:lnTo>
                    <a:pt x="3285028" y="2023368"/>
                  </a:lnTo>
                  <a:lnTo>
                    <a:pt x="3246082" y="1985461"/>
                  </a:lnTo>
                  <a:lnTo>
                    <a:pt x="3207159" y="1947624"/>
                  </a:lnTo>
                  <a:lnTo>
                    <a:pt x="3168268" y="1909880"/>
                  </a:lnTo>
                  <a:lnTo>
                    <a:pt x="3129416" y="1872249"/>
                  </a:lnTo>
                  <a:lnTo>
                    <a:pt x="3090611" y="1834753"/>
                  </a:lnTo>
                  <a:lnTo>
                    <a:pt x="3051860" y="1797414"/>
                  </a:lnTo>
                  <a:lnTo>
                    <a:pt x="3013172" y="1760254"/>
                  </a:lnTo>
                  <a:lnTo>
                    <a:pt x="2974554" y="1723293"/>
                  </a:lnTo>
                  <a:lnTo>
                    <a:pt x="2936015" y="1686554"/>
                  </a:lnTo>
                  <a:lnTo>
                    <a:pt x="2897561" y="1650057"/>
                  </a:lnTo>
                  <a:lnTo>
                    <a:pt x="2859202" y="1613825"/>
                  </a:lnTo>
                  <a:lnTo>
                    <a:pt x="2820944" y="1577878"/>
                  </a:lnTo>
                  <a:lnTo>
                    <a:pt x="2782795" y="1542239"/>
                  </a:lnTo>
                  <a:lnTo>
                    <a:pt x="2744764" y="1506928"/>
                  </a:lnTo>
                  <a:lnTo>
                    <a:pt x="2706858" y="1471968"/>
                  </a:lnTo>
                  <a:lnTo>
                    <a:pt x="2669085" y="1437379"/>
                  </a:lnTo>
                  <a:lnTo>
                    <a:pt x="2631453" y="1403184"/>
                  </a:lnTo>
                  <a:lnTo>
                    <a:pt x="2593969" y="1369404"/>
                  </a:lnTo>
                  <a:lnTo>
                    <a:pt x="2556642" y="1336060"/>
                  </a:lnTo>
                  <a:lnTo>
                    <a:pt x="2519478" y="1303174"/>
                  </a:lnTo>
                  <a:lnTo>
                    <a:pt x="2482487" y="1270767"/>
                  </a:lnTo>
                  <a:lnTo>
                    <a:pt x="2445676" y="1238861"/>
                  </a:lnTo>
                  <a:lnTo>
                    <a:pt x="2409053" y="1207477"/>
                  </a:lnTo>
                  <a:lnTo>
                    <a:pt x="2372624" y="1176637"/>
                  </a:lnTo>
                  <a:lnTo>
                    <a:pt x="2336400" y="1146363"/>
                  </a:lnTo>
                  <a:lnTo>
                    <a:pt x="2300386" y="1116675"/>
                  </a:lnTo>
                  <a:lnTo>
                    <a:pt x="2264591" y="1087596"/>
                  </a:lnTo>
                  <a:lnTo>
                    <a:pt x="2229024" y="1059146"/>
                  </a:lnTo>
                  <a:lnTo>
                    <a:pt x="2193690" y="1031348"/>
                  </a:lnTo>
                  <a:lnTo>
                    <a:pt x="2158599" y="1004223"/>
                  </a:lnTo>
                  <a:lnTo>
                    <a:pt x="2123759" y="977792"/>
                  </a:lnTo>
                  <a:lnTo>
                    <a:pt x="2089176" y="952077"/>
                  </a:lnTo>
                  <a:lnTo>
                    <a:pt x="2054860" y="927100"/>
                  </a:lnTo>
                  <a:lnTo>
                    <a:pt x="2005165" y="892011"/>
                  </a:lnTo>
                  <a:lnTo>
                    <a:pt x="1956074" y="858749"/>
                  </a:lnTo>
                  <a:lnTo>
                    <a:pt x="1907554" y="827206"/>
                  </a:lnTo>
                  <a:lnTo>
                    <a:pt x="1859573" y="797277"/>
                  </a:lnTo>
                  <a:lnTo>
                    <a:pt x="1812100" y="768857"/>
                  </a:lnTo>
                  <a:lnTo>
                    <a:pt x="1765101" y="741838"/>
                  </a:lnTo>
                  <a:lnTo>
                    <a:pt x="1718546" y="716116"/>
                  </a:lnTo>
                  <a:lnTo>
                    <a:pt x="1672401" y="691585"/>
                  </a:lnTo>
                  <a:lnTo>
                    <a:pt x="1626636" y="668139"/>
                  </a:lnTo>
                  <a:lnTo>
                    <a:pt x="1581219" y="645671"/>
                  </a:lnTo>
                  <a:lnTo>
                    <a:pt x="1536116" y="624077"/>
                  </a:lnTo>
                  <a:lnTo>
                    <a:pt x="1491297" y="603250"/>
                  </a:lnTo>
                  <a:lnTo>
                    <a:pt x="1446729" y="583084"/>
                  </a:lnTo>
                  <a:lnTo>
                    <a:pt x="1402381" y="563474"/>
                  </a:lnTo>
                  <a:lnTo>
                    <a:pt x="1358220" y="544314"/>
                  </a:lnTo>
                  <a:lnTo>
                    <a:pt x="1314214" y="525497"/>
                  </a:lnTo>
                  <a:lnTo>
                    <a:pt x="1270332" y="506919"/>
                  </a:lnTo>
                  <a:lnTo>
                    <a:pt x="1226542" y="488473"/>
                  </a:lnTo>
                  <a:lnTo>
                    <a:pt x="1182811" y="470054"/>
                  </a:lnTo>
                  <a:lnTo>
                    <a:pt x="1139107" y="451555"/>
                  </a:lnTo>
                  <a:lnTo>
                    <a:pt x="1095399" y="432871"/>
                  </a:lnTo>
                  <a:lnTo>
                    <a:pt x="1051655" y="413896"/>
                  </a:lnTo>
                  <a:lnTo>
                    <a:pt x="1007842" y="394524"/>
                  </a:lnTo>
                  <a:lnTo>
                    <a:pt x="963929" y="374650"/>
                  </a:lnTo>
                  <a:lnTo>
                    <a:pt x="910494" y="350705"/>
                  </a:lnTo>
                  <a:lnTo>
                    <a:pt x="855912" y="327263"/>
                  </a:lnTo>
                  <a:lnTo>
                    <a:pt x="800468" y="304332"/>
                  </a:lnTo>
                  <a:lnTo>
                    <a:pt x="744443" y="281919"/>
                  </a:lnTo>
                  <a:lnTo>
                    <a:pt x="688121" y="260032"/>
                  </a:lnTo>
                  <a:lnTo>
                    <a:pt x="631785" y="238678"/>
                  </a:lnTo>
                  <a:lnTo>
                    <a:pt x="575718" y="217865"/>
                  </a:lnTo>
                  <a:lnTo>
                    <a:pt x="520202" y="197601"/>
                  </a:lnTo>
                  <a:lnTo>
                    <a:pt x="465520" y="177893"/>
                  </a:lnTo>
                  <a:lnTo>
                    <a:pt x="411956" y="158749"/>
                  </a:lnTo>
                  <a:lnTo>
                    <a:pt x="359792" y="140177"/>
                  </a:lnTo>
                  <a:lnTo>
                    <a:pt x="309311" y="122184"/>
                  </a:lnTo>
                  <a:lnTo>
                    <a:pt x="260795" y="104777"/>
                  </a:lnTo>
                  <a:lnTo>
                    <a:pt x="214529" y="87965"/>
                  </a:lnTo>
                  <a:lnTo>
                    <a:pt x="170795" y="71754"/>
                  </a:lnTo>
                  <a:lnTo>
                    <a:pt x="129875" y="56154"/>
                  </a:lnTo>
                  <a:lnTo>
                    <a:pt x="92052" y="41170"/>
                  </a:lnTo>
                  <a:lnTo>
                    <a:pt x="26832" y="13086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671830" y="1772920"/>
              <a:ext cx="998219" cy="6604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1670050" y="2453640"/>
              <a:ext cx="83820" cy="74930"/>
            </a:xfrm>
            <a:custGeom>
              <a:rect b="b" l="l" r="r" t="t"/>
              <a:pathLst>
                <a:path extrusionOk="0" h="74930" w="83819">
                  <a:moveTo>
                    <a:pt x="0" y="0"/>
                  </a:moveTo>
                  <a:lnTo>
                    <a:pt x="40639" y="74930"/>
                  </a:lnTo>
                  <a:lnTo>
                    <a:pt x="36830" y="26670"/>
                  </a:lnTo>
                  <a:lnTo>
                    <a:pt x="8381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3954554" y="1830070"/>
              <a:ext cx="1207135" cy="2762250"/>
            </a:xfrm>
            <a:custGeom>
              <a:rect b="b" l="l" r="r" t="t"/>
              <a:pathLst>
                <a:path extrusionOk="0" h="2762250" w="1207135">
                  <a:moveTo>
                    <a:pt x="1206725" y="2762249"/>
                  </a:moveTo>
                  <a:lnTo>
                    <a:pt x="1185349" y="2723914"/>
                  </a:lnTo>
                  <a:lnTo>
                    <a:pt x="1163938" y="2685438"/>
                  </a:lnTo>
                  <a:lnTo>
                    <a:pt x="1142437" y="2646679"/>
                  </a:lnTo>
                  <a:lnTo>
                    <a:pt x="1120786" y="2607498"/>
                  </a:lnTo>
                  <a:lnTo>
                    <a:pt x="1098929" y="2567751"/>
                  </a:lnTo>
                  <a:lnTo>
                    <a:pt x="1076808" y="2527299"/>
                  </a:lnTo>
                  <a:lnTo>
                    <a:pt x="1054366" y="2486001"/>
                  </a:lnTo>
                  <a:lnTo>
                    <a:pt x="1031545" y="2443715"/>
                  </a:lnTo>
                  <a:lnTo>
                    <a:pt x="1008287" y="2400299"/>
                  </a:lnTo>
                  <a:lnTo>
                    <a:pt x="984536" y="2355614"/>
                  </a:lnTo>
                  <a:lnTo>
                    <a:pt x="960233" y="2309518"/>
                  </a:lnTo>
                  <a:lnTo>
                    <a:pt x="935321" y="2261870"/>
                  </a:lnTo>
                  <a:lnTo>
                    <a:pt x="909743" y="2212528"/>
                  </a:lnTo>
                  <a:lnTo>
                    <a:pt x="883441" y="2161351"/>
                  </a:lnTo>
                  <a:lnTo>
                    <a:pt x="856358" y="2108200"/>
                  </a:lnTo>
                  <a:lnTo>
                    <a:pt x="828435" y="2052931"/>
                  </a:lnTo>
                  <a:lnTo>
                    <a:pt x="799617" y="1995405"/>
                  </a:lnTo>
                  <a:lnTo>
                    <a:pt x="769845" y="1935479"/>
                  </a:lnTo>
                  <a:lnTo>
                    <a:pt x="751254" y="1897641"/>
                  </a:lnTo>
                  <a:lnTo>
                    <a:pt x="731610" y="1857882"/>
                  </a:lnTo>
                  <a:lnTo>
                    <a:pt x="711002" y="1816348"/>
                  </a:lnTo>
                  <a:lnTo>
                    <a:pt x="689519" y="1773186"/>
                  </a:lnTo>
                  <a:lnTo>
                    <a:pt x="667251" y="1728540"/>
                  </a:lnTo>
                  <a:lnTo>
                    <a:pt x="644287" y="1682556"/>
                  </a:lnTo>
                  <a:lnTo>
                    <a:pt x="620718" y="1635381"/>
                  </a:lnTo>
                  <a:lnTo>
                    <a:pt x="596631" y="1587159"/>
                  </a:lnTo>
                  <a:lnTo>
                    <a:pt x="572117" y="1538036"/>
                  </a:lnTo>
                  <a:lnTo>
                    <a:pt x="547265" y="1488157"/>
                  </a:lnTo>
                  <a:lnTo>
                    <a:pt x="522165" y="1437669"/>
                  </a:lnTo>
                  <a:lnTo>
                    <a:pt x="496906" y="1386718"/>
                  </a:lnTo>
                  <a:lnTo>
                    <a:pt x="471578" y="1335447"/>
                  </a:lnTo>
                  <a:lnTo>
                    <a:pt x="446270" y="1284004"/>
                  </a:lnTo>
                  <a:lnTo>
                    <a:pt x="421071" y="1232534"/>
                  </a:lnTo>
                  <a:lnTo>
                    <a:pt x="396071" y="1181183"/>
                  </a:lnTo>
                  <a:lnTo>
                    <a:pt x="371360" y="1130096"/>
                  </a:lnTo>
                  <a:lnTo>
                    <a:pt x="347026" y="1079418"/>
                  </a:lnTo>
                  <a:lnTo>
                    <a:pt x="323160" y="1029296"/>
                  </a:lnTo>
                  <a:lnTo>
                    <a:pt x="299851" y="979875"/>
                  </a:lnTo>
                  <a:lnTo>
                    <a:pt x="277188" y="931301"/>
                  </a:lnTo>
                  <a:lnTo>
                    <a:pt x="255260" y="883719"/>
                  </a:lnTo>
                  <a:lnTo>
                    <a:pt x="234158" y="837274"/>
                  </a:lnTo>
                  <a:lnTo>
                    <a:pt x="213971" y="792114"/>
                  </a:lnTo>
                  <a:lnTo>
                    <a:pt x="194788" y="748382"/>
                  </a:lnTo>
                  <a:lnTo>
                    <a:pt x="176698" y="706226"/>
                  </a:lnTo>
                  <a:lnTo>
                    <a:pt x="159791" y="665789"/>
                  </a:lnTo>
                  <a:lnTo>
                    <a:pt x="144157" y="627219"/>
                  </a:lnTo>
                  <a:lnTo>
                    <a:pt x="129885" y="590661"/>
                  </a:lnTo>
                  <a:lnTo>
                    <a:pt x="86502" y="470768"/>
                  </a:lnTo>
                  <a:lnTo>
                    <a:pt x="61108" y="395146"/>
                  </a:lnTo>
                  <a:lnTo>
                    <a:pt x="40576" y="328432"/>
                  </a:lnTo>
                  <a:lnTo>
                    <a:pt x="24594" y="269665"/>
                  </a:lnTo>
                  <a:lnTo>
                    <a:pt x="12855" y="217882"/>
                  </a:lnTo>
                  <a:lnTo>
                    <a:pt x="5049" y="172122"/>
                  </a:lnTo>
                  <a:lnTo>
                    <a:pt x="867" y="131423"/>
                  </a:lnTo>
                  <a:lnTo>
                    <a:pt x="0" y="94823"/>
                  </a:lnTo>
                  <a:lnTo>
                    <a:pt x="2138" y="61360"/>
                  </a:lnTo>
                  <a:lnTo>
                    <a:pt x="6973" y="30073"/>
                  </a:lnTo>
                  <a:lnTo>
                    <a:pt x="14195" y="0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3933189" y="1766570"/>
              <a:ext cx="68580" cy="83820"/>
            </a:xfrm>
            <a:custGeom>
              <a:rect b="b" l="l" r="r" t="t"/>
              <a:pathLst>
                <a:path extrusionOk="0" h="83819" w="68579">
                  <a:moveTo>
                    <a:pt x="64770" y="0"/>
                  </a:moveTo>
                  <a:lnTo>
                    <a:pt x="0" y="53339"/>
                  </a:lnTo>
                  <a:lnTo>
                    <a:pt x="46989" y="40639"/>
                  </a:lnTo>
                  <a:lnTo>
                    <a:pt x="68580" y="83819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5961380" y="937260"/>
              <a:ext cx="740410" cy="759460"/>
            </a:xfrm>
            <a:custGeom>
              <a:rect b="b" l="l" r="r" t="t"/>
              <a:pathLst>
                <a:path extrusionOk="0" h="759460" w="740409">
                  <a:moveTo>
                    <a:pt x="511810" y="0"/>
                  </a:moveTo>
                  <a:lnTo>
                    <a:pt x="49530" y="102869"/>
                  </a:lnTo>
                  <a:lnTo>
                    <a:pt x="92710" y="379729"/>
                  </a:lnTo>
                  <a:lnTo>
                    <a:pt x="186690" y="387350"/>
                  </a:lnTo>
                  <a:lnTo>
                    <a:pt x="0" y="485139"/>
                  </a:lnTo>
                  <a:lnTo>
                    <a:pt x="35560" y="595629"/>
                  </a:lnTo>
                  <a:lnTo>
                    <a:pt x="476250" y="759460"/>
                  </a:lnTo>
                  <a:lnTo>
                    <a:pt x="740410" y="521969"/>
                  </a:lnTo>
                  <a:lnTo>
                    <a:pt x="734060" y="406400"/>
                  </a:lnTo>
                  <a:lnTo>
                    <a:pt x="504190" y="381000"/>
                  </a:lnTo>
                  <a:lnTo>
                    <a:pt x="610870" y="353060"/>
                  </a:lnTo>
                  <a:lnTo>
                    <a:pt x="621029" y="314960"/>
                  </a:lnTo>
                  <a:lnTo>
                    <a:pt x="683260" y="298450"/>
                  </a:lnTo>
                  <a:lnTo>
                    <a:pt x="709929" y="146050"/>
                  </a:lnTo>
                  <a:lnTo>
                    <a:pt x="638810" y="120650"/>
                  </a:lnTo>
                  <a:lnTo>
                    <a:pt x="645160" y="68579"/>
                  </a:lnTo>
                  <a:lnTo>
                    <a:pt x="5118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6052820" y="974090"/>
              <a:ext cx="402590" cy="335280"/>
            </a:xfrm>
            <a:custGeom>
              <a:rect b="b" l="l" r="r" t="t"/>
              <a:pathLst>
                <a:path extrusionOk="0" h="335280" w="402589">
                  <a:moveTo>
                    <a:pt x="402589" y="0"/>
                  </a:moveTo>
                  <a:lnTo>
                    <a:pt x="0" y="86360"/>
                  </a:lnTo>
                  <a:lnTo>
                    <a:pt x="36829" y="317500"/>
                  </a:lnTo>
                  <a:lnTo>
                    <a:pt x="369569" y="335280"/>
                  </a:lnTo>
                  <a:lnTo>
                    <a:pt x="4025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6060439" y="1344930"/>
              <a:ext cx="335280" cy="129539"/>
            </a:xfrm>
            <a:custGeom>
              <a:rect b="b" l="l" r="r" t="t"/>
              <a:pathLst>
                <a:path extrusionOk="0" h="129540" w="335279">
                  <a:moveTo>
                    <a:pt x="128270" y="0"/>
                  </a:moveTo>
                  <a:lnTo>
                    <a:pt x="0" y="74930"/>
                  </a:lnTo>
                  <a:lnTo>
                    <a:pt x="335280" y="129540"/>
                  </a:lnTo>
                  <a:lnTo>
                    <a:pt x="334155" y="50800"/>
                  </a:lnTo>
                  <a:lnTo>
                    <a:pt x="232410" y="50800"/>
                  </a:lnTo>
                  <a:lnTo>
                    <a:pt x="212089" y="48260"/>
                  </a:lnTo>
                  <a:lnTo>
                    <a:pt x="209550" y="48260"/>
                  </a:lnTo>
                  <a:lnTo>
                    <a:pt x="205739" y="46990"/>
                  </a:lnTo>
                  <a:lnTo>
                    <a:pt x="200660" y="46990"/>
                  </a:lnTo>
                  <a:lnTo>
                    <a:pt x="194310" y="44450"/>
                  </a:lnTo>
                  <a:lnTo>
                    <a:pt x="187960" y="43180"/>
                  </a:lnTo>
                  <a:lnTo>
                    <a:pt x="181610" y="40640"/>
                  </a:lnTo>
                  <a:lnTo>
                    <a:pt x="138430" y="17780"/>
                  </a:lnTo>
                  <a:lnTo>
                    <a:pt x="130810" y="6350"/>
                  </a:lnTo>
                  <a:lnTo>
                    <a:pt x="128270" y="0"/>
                  </a:lnTo>
                  <a:close/>
                </a:path>
                <a:path extrusionOk="0" h="129540" w="335279">
                  <a:moveTo>
                    <a:pt x="334010" y="40640"/>
                  </a:moveTo>
                  <a:lnTo>
                    <a:pt x="332739" y="40640"/>
                  </a:lnTo>
                  <a:lnTo>
                    <a:pt x="330200" y="41910"/>
                  </a:lnTo>
                  <a:lnTo>
                    <a:pt x="326389" y="41910"/>
                  </a:lnTo>
                  <a:lnTo>
                    <a:pt x="321310" y="43180"/>
                  </a:lnTo>
                  <a:lnTo>
                    <a:pt x="314960" y="44450"/>
                  </a:lnTo>
                  <a:lnTo>
                    <a:pt x="299720" y="46990"/>
                  </a:lnTo>
                  <a:lnTo>
                    <a:pt x="281939" y="49530"/>
                  </a:lnTo>
                  <a:lnTo>
                    <a:pt x="271780" y="49530"/>
                  </a:lnTo>
                  <a:lnTo>
                    <a:pt x="261620" y="50800"/>
                  </a:lnTo>
                  <a:lnTo>
                    <a:pt x="334155" y="50800"/>
                  </a:lnTo>
                  <a:lnTo>
                    <a:pt x="334010" y="4064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33"/>
            <p:cNvSpPr/>
            <p:nvPr/>
          </p:nvSpPr>
          <p:spPr>
            <a:xfrm>
              <a:off x="6094730" y="1026160"/>
              <a:ext cx="313690" cy="248920"/>
            </a:xfrm>
            <a:custGeom>
              <a:rect b="b" l="l" r="r" t="t"/>
              <a:pathLst>
                <a:path extrusionOk="0" h="248919" w="313689">
                  <a:moveTo>
                    <a:pt x="313690" y="0"/>
                  </a:moveTo>
                  <a:lnTo>
                    <a:pt x="0" y="54610"/>
                  </a:lnTo>
                  <a:lnTo>
                    <a:pt x="24130" y="241300"/>
                  </a:lnTo>
                  <a:lnTo>
                    <a:pt x="295910" y="248919"/>
                  </a:lnTo>
                  <a:lnTo>
                    <a:pt x="313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33"/>
            <p:cNvSpPr/>
            <p:nvPr/>
          </p:nvSpPr>
          <p:spPr>
            <a:xfrm>
              <a:off x="6003289" y="1442720"/>
              <a:ext cx="411480" cy="213360"/>
            </a:xfrm>
            <a:custGeom>
              <a:rect b="b" l="l" r="r" t="t"/>
              <a:pathLst>
                <a:path extrusionOk="0" h="213360" w="411479">
                  <a:moveTo>
                    <a:pt x="0" y="0"/>
                  </a:moveTo>
                  <a:lnTo>
                    <a:pt x="19050" y="76200"/>
                  </a:lnTo>
                  <a:lnTo>
                    <a:pt x="411480" y="213359"/>
                  </a:lnTo>
                  <a:lnTo>
                    <a:pt x="388620" y="800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6475730" y="993140"/>
              <a:ext cx="88900" cy="285750"/>
            </a:xfrm>
            <a:custGeom>
              <a:rect b="b" l="l" r="r" t="t"/>
              <a:pathLst>
                <a:path extrusionOk="0" h="285750" w="88900">
                  <a:moveTo>
                    <a:pt x="25400" y="0"/>
                  </a:moveTo>
                  <a:lnTo>
                    <a:pt x="0" y="285750"/>
                  </a:lnTo>
                  <a:lnTo>
                    <a:pt x="60960" y="274320"/>
                  </a:lnTo>
                  <a:lnTo>
                    <a:pt x="88900" y="30480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3E3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6019800" y="1457960"/>
              <a:ext cx="25400" cy="22860"/>
            </a:xfrm>
            <a:custGeom>
              <a:rect b="b" l="l" r="r" t="t"/>
              <a:pathLst>
                <a:path extrusionOk="0" h="22859" w="25400">
                  <a:moveTo>
                    <a:pt x="12700" y="0"/>
                  </a:moveTo>
                  <a:lnTo>
                    <a:pt x="10160" y="0"/>
                  </a:lnTo>
                  <a:lnTo>
                    <a:pt x="5079" y="1269"/>
                  </a:lnTo>
                  <a:lnTo>
                    <a:pt x="1270" y="3810"/>
                  </a:lnTo>
                  <a:lnTo>
                    <a:pt x="0" y="8889"/>
                  </a:lnTo>
                  <a:lnTo>
                    <a:pt x="0" y="15239"/>
                  </a:lnTo>
                  <a:lnTo>
                    <a:pt x="1270" y="17779"/>
                  </a:lnTo>
                  <a:lnTo>
                    <a:pt x="2539" y="19050"/>
                  </a:lnTo>
                  <a:lnTo>
                    <a:pt x="5079" y="20319"/>
                  </a:lnTo>
                  <a:lnTo>
                    <a:pt x="6350" y="21589"/>
                  </a:lnTo>
                  <a:lnTo>
                    <a:pt x="8889" y="22860"/>
                  </a:lnTo>
                  <a:lnTo>
                    <a:pt x="13970" y="22860"/>
                  </a:lnTo>
                  <a:lnTo>
                    <a:pt x="19050" y="21589"/>
                  </a:lnTo>
                  <a:lnTo>
                    <a:pt x="22860" y="19050"/>
                  </a:lnTo>
                  <a:lnTo>
                    <a:pt x="25400" y="15239"/>
                  </a:lnTo>
                  <a:lnTo>
                    <a:pt x="25400" y="10160"/>
                  </a:lnTo>
                  <a:lnTo>
                    <a:pt x="24129" y="8889"/>
                  </a:lnTo>
                  <a:lnTo>
                    <a:pt x="21589" y="3810"/>
                  </a:lnTo>
                  <a:lnTo>
                    <a:pt x="20320" y="2539"/>
                  </a:lnTo>
                  <a:lnTo>
                    <a:pt x="17779" y="1269"/>
                  </a:lnTo>
                  <a:lnTo>
                    <a:pt x="15239" y="1269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6442709" y="1403350"/>
              <a:ext cx="220979" cy="234950"/>
            </a:xfrm>
            <a:custGeom>
              <a:rect b="b" l="l" r="r" t="t"/>
              <a:pathLst>
                <a:path extrusionOk="0" h="234950" w="220979">
                  <a:moveTo>
                    <a:pt x="160019" y="0"/>
                  </a:moveTo>
                  <a:lnTo>
                    <a:pt x="0" y="118110"/>
                  </a:lnTo>
                  <a:lnTo>
                    <a:pt x="13969" y="234950"/>
                  </a:lnTo>
                  <a:lnTo>
                    <a:pt x="220980" y="55879"/>
                  </a:lnTo>
                  <a:lnTo>
                    <a:pt x="48260" y="143510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181B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6151880" y="1483360"/>
              <a:ext cx="241300" cy="147320"/>
            </a:xfrm>
            <a:custGeom>
              <a:rect b="b" l="l" r="r" t="t"/>
              <a:pathLst>
                <a:path extrusionOk="0" h="147319" w="241300">
                  <a:moveTo>
                    <a:pt x="0" y="0"/>
                  </a:moveTo>
                  <a:lnTo>
                    <a:pt x="7620" y="68579"/>
                  </a:lnTo>
                  <a:lnTo>
                    <a:pt x="241300" y="147319"/>
                  </a:lnTo>
                  <a:lnTo>
                    <a:pt x="224790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0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6250939" y="1513840"/>
              <a:ext cx="114300" cy="48260"/>
            </a:xfrm>
            <a:custGeom>
              <a:rect b="b" l="l" r="r" t="t"/>
              <a:pathLst>
                <a:path extrusionOk="0" h="48259" w="114300">
                  <a:moveTo>
                    <a:pt x="0" y="0"/>
                  </a:moveTo>
                  <a:lnTo>
                    <a:pt x="1270" y="17780"/>
                  </a:lnTo>
                  <a:lnTo>
                    <a:pt x="114300" y="48260"/>
                  </a:lnTo>
                  <a:lnTo>
                    <a:pt x="113030" y="27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6137909" y="1104900"/>
              <a:ext cx="242569" cy="14223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6520180" y="1019810"/>
              <a:ext cx="24130" cy="171450"/>
            </a:xfrm>
            <a:custGeom>
              <a:rect b="b" l="l" r="r" t="t"/>
              <a:pathLst>
                <a:path extrusionOk="0" h="171450" w="24129">
                  <a:moveTo>
                    <a:pt x="0" y="0"/>
                  </a:moveTo>
                  <a:lnTo>
                    <a:pt x="6350" y="171450"/>
                  </a:lnTo>
                  <a:lnTo>
                    <a:pt x="24129" y="1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6174740" y="1501139"/>
              <a:ext cx="25400" cy="43180"/>
            </a:xfrm>
            <a:custGeom>
              <a:rect b="b" l="l" r="r" t="t"/>
              <a:pathLst>
                <a:path extrusionOk="0" h="43180" w="25400">
                  <a:moveTo>
                    <a:pt x="22860" y="7620"/>
                  </a:moveTo>
                  <a:lnTo>
                    <a:pt x="21590" y="3810"/>
                  </a:lnTo>
                  <a:lnTo>
                    <a:pt x="19050" y="1270"/>
                  </a:lnTo>
                  <a:lnTo>
                    <a:pt x="16510" y="0"/>
                  </a:lnTo>
                  <a:lnTo>
                    <a:pt x="7620" y="0"/>
                  </a:lnTo>
                  <a:lnTo>
                    <a:pt x="3810" y="2540"/>
                  </a:lnTo>
                  <a:lnTo>
                    <a:pt x="1270" y="5080"/>
                  </a:lnTo>
                  <a:lnTo>
                    <a:pt x="0" y="7620"/>
                  </a:lnTo>
                  <a:lnTo>
                    <a:pt x="1270" y="11430"/>
                  </a:lnTo>
                  <a:lnTo>
                    <a:pt x="2540" y="13970"/>
                  </a:lnTo>
                  <a:lnTo>
                    <a:pt x="6350" y="15240"/>
                  </a:lnTo>
                  <a:lnTo>
                    <a:pt x="15240" y="15240"/>
                  </a:lnTo>
                  <a:lnTo>
                    <a:pt x="19050" y="12700"/>
                  </a:lnTo>
                  <a:lnTo>
                    <a:pt x="21590" y="10160"/>
                  </a:lnTo>
                  <a:lnTo>
                    <a:pt x="22860" y="7620"/>
                  </a:lnTo>
                  <a:close/>
                </a:path>
                <a:path extrusionOk="0" h="43180" w="25400">
                  <a:moveTo>
                    <a:pt x="25400" y="35560"/>
                  </a:moveTo>
                  <a:lnTo>
                    <a:pt x="24130" y="31750"/>
                  </a:lnTo>
                  <a:lnTo>
                    <a:pt x="22860" y="29210"/>
                  </a:lnTo>
                  <a:lnTo>
                    <a:pt x="19050" y="27940"/>
                  </a:lnTo>
                  <a:lnTo>
                    <a:pt x="10160" y="27940"/>
                  </a:lnTo>
                  <a:lnTo>
                    <a:pt x="6350" y="30480"/>
                  </a:lnTo>
                  <a:lnTo>
                    <a:pt x="3810" y="33020"/>
                  </a:lnTo>
                  <a:lnTo>
                    <a:pt x="2540" y="35560"/>
                  </a:lnTo>
                  <a:lnTo>
                    <a:pt x="3810" y="39370"/>
                  </a:lnTo>
                  <a:lnTo>
                    <a:pt x="5080" y="40640"/>
                  </a:lnTo>
                  <a:lnTo>
                    <a:pt x="8890" y="43180"/>
                  </a:lnTo>
                  <a:lnTo>
                    <a:pt x="13970" y="43180"/>
                  </a:lnTo>
                  <a:lnTo>
                    <a:pt x="21590" y="40640"/>
                  </a:lnTo>
                  <a:lnTo>
                    <a:pt x="24130" y="38100"/>
                  </a:lnTo>
                  <a:lnTo>
                    <a:pt x="25400" y="3556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5007697" y="1659890"/>
              <a:ext cx="1111250" cy="2932430"/>
            </a:xfrm>
            <a:custGeom>
              <a:rect b="b" l="l" r="r" t="t"/>
              <a:pathLst>
                <a:path extrusionOk="0" h="2932429" w="1111250">
                  <a:moveTo>
                    <a:pt x="224702" y="2932430"/>
                  </a:moveTo>
                  <a:lnTo>
                    <a:pt x="205663" y="2887644"/>
                  </a:lnTo>
                  <a:lnTo>
                    <a:pt x="186730" y="2842790"/>
                  </a:lnTo>
                  <a:lnTo>
                    <a:pt x="168028" y="2797818"/>
                  </a:lnTo>
                  <a:lnTo>
                    <a:pt x="149680" y="2752679"/>
                  </a:lnTo>
                  <a:lnTo>
                    <a:pt x="131813" y="2707322"/>
                  </a:lnTo>
                  <a:lnTo>
                    <a:pt x="114551" y="2661699"/>
                  </a:lnTo>
                  <a:lnTo>
                    <a:pt x="98018" y="2615759"/>
                  </a:lnTo>
                  <a:lnTo>
                    <a:pt x="82340" y="2569453"/>
                  </a:lnTo>
                  <a:lnTo>
                    <a:pt x="67641" y="2522733"/>
                  </a:lnTo>
                  <a:lnTo>
                    <a:pt x="54046" y="2475547"/>
                  </a:lnTo>
                  <a:lnTo>
                    <a:pt x="41679" y="2427847"/>
                  </a:lnTo>
                  <a:lnTo>
                    <a:pt x="30666" y="2379583"/>
                  </a:lnTo>
                  <a:lnTo>
                    <a:pt x="21132" y="2330706"/>
                  </a:lnTo>
                  <a:lnTo>
                    <a:pt x="13200" y="2281166"/>
                  </a:lnTo>
                  <a:lnTo>
                    <a:pt x="6996" y="2230913"/>
                  </a:lnTo>
                  <a:lnTo>
                    <a:pt x="2645" y="2179899"/>
                  </a:lnTo>
                  <a:lnTo>
                    <a:pt x="271" y="2128072"/>
                  </a:lnTo>
                  <a:lnTo>
                    <a:pt x="0" y="2075385"/>
                  </a:lnTo>
                  <a:lnTo>
                    <a:pt x="1955" y="2021787"/>
                  </a:lnTo>
                  <a:lnTo>
                    <a:pt x="6262" y="1967230"/>
                  </a:lnTo>
                  <a:lnTo>
                    <a:pt x="11251" y="1923994"/>
                  </a:lnTo>
                  <a:lnTo>
                    <a:pt x="17677" y="1879366"/>
                  </a:lnTo>
                  <a:lnTo>
                    <a:pt x="25480" y="1833475"/>
                  </a:lnTo>
                  <a:lnTo>
                    <a:pt x="34597" y="1786449"/>
                  </a:lnTo>
                  <a:lnTo>
                    <a:pt x="44967" y="1738419"/>
                  </a:lnTo>
                  <a:lnTo>
                    <a:pt x="56529" y="1689512"/>
                  </a:lnTo>
                  <a:lnTo>
                    <a:pt x="69220" y="1639859"/>
                  </a:lnTo>
                  <a:lnTo>
                    <a:pt x="82980" y="1589589"/>
                  </a:lnTo>
                  <a:lnTo>
                    <a:pt x="97746" y="1538831"/>
                  </a:lnTo>
                  <a:lnTo>
                    <a:pt x="113458" y="1487713"/>
                  </a:lnTo>
                  <a:lnTo>
                    <a:pt x="130052" y="1436366"/>
                  </a:lnTo>
                  <a:lnTo>
                    <a:pt x="147469" y="1384919"/>
                  </a:lnTo>
                  <a:lnTo>
                    <a:pt x="165647" y="1333500"/>
                  </a:lnTo>
                  <a:lnTo>
                    <a:pt x="184523" y="1282238"/>
                  </a:lnTo>
                  <a:lnTo>
                    <a:pt x="204037" y="1231264"/>
                  </a:lnTo>
                  <a:lnTo>
                    <a:pt x="224126" y="1180706"/>
                  </a:lnTo>
                  <a:lnTo>
                    <a:pt x="244730" y="1130693"/>
                  </a:lnTo>
                  <a:lnTo>
                    <a:pt x="265786" y="1081355"/>
                  </a:lnTo>
                  <a:lnTo>
                    <a:pt x="287233" y="1032821"/>
                  </a:lnTo>
                  <a:lnTo>
                    <a:pt x="309010" y="985219"/>
                  </a:lnTo>
                  <a:lnTo>
                    <a:pt x="331054" y="938680"/>
                  </a:lnTo>
                  <a:lnTo>
                    <a:pt x="353305" y="893333"/>
                  </a:lnTo>
                  <a:lnTo>
                    <a:pt x="375701" y="849305"/>
                  </a:lnTo>
                  <a:lnTo>
                    <a:pt x="398180" y="806728"/>
                  </a:lnTo>
                  <a:lnTo>
                    <a:pt x="420681" y="765730"/>
                  </a:lnTo>
                  <a:lnTo>
                    <a:pt x="443142" y="726439"/>
                  </a:lnTo>
                  <a:lnTo>
                    <a:pt x="473086" y="676888"/>
                  </a:lnTo>
                  <a:lnTo>
                    <a:pt x="504503" y="628124"/>
                  </a:lnTo>
                  <a:lnTo>
                    <a:pt x="537208" y="580247"/>
                  </a:lnTo>
                  <a:lnTo>
                    <a:pt x="571016" y="533359"/>
                  </a:lnTo>
                  <a:lnTo>
                    <a:pt x="605742" y="487560"/>
                  </a:lnTo>
                  <a:lnTo>
                    <a:pt x="641201" y="442953"/>
                  </a:lnTo>
                  <a:lnTo>
                    <a:pt x="677209" y="399636"/>
                  </a:lnTo>
                  <a:lnTo>
                    <a:pt x="713581" y="357713"/>
                  </a:lnTo>
                  <a:lnTo>
                    <a:pt x="750132" y="317283"/>
                  </a:lnTo>
                  <a:lnTo>
                    <a:pt x="786677" y="278447"/>
                  </a:lnTo>
                  <a:lnTo>
                    <a:pt x="823032" y="241307"/>
                  </a:lnTo>
                  <a:lnTo>
                    <a:pt x="859011" y="205963"/>
                  </a:lnTo>
                  <a:lnTo>
                    <a:pt x="894430" y="172517"/>
                  </a:lnTo>
                  <a:lnTo>
                    <a:pt x="929105" y="141069"/>
                  </a:lnTo>
                  <a:lnTo>
                    <a:pt x="962850" y="111720"/>
                  </a:lnTo>
                  <a:lnTo>
                    <a:pt x="995480" y="84571"/>
                  </a:lnTo>
                  <a:lnTo>
                    <a:pt x="1026811" y="59724"/>
                  </a:lnTo>
                  <a:lnTo>
                    <a:pt x="1084837" y="17337"/>
                  </a:lnTo>
                  <a:lnTo>
                    <a:pt x="1111162" y="0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6094730" y="1628140"/>
              <a:ext cx="85090" cy="68580"/>
            </a:xfrm>
            <a:custGeom>
              <a:rect b="b" l="l" r="r" t="t"/>
              <a:pathLst>
                <a:path extrusionOk="0" h="68580" w="85089">
                  <a:moveTo>
                    <a:pt x="85090" y="0"/>
                  </a:moveTo>
                  <a:lnTo>
                    <a:pt x="0" y="2539"/>
                  </a:lnTo>
                  <a:lnTo>
                    <a:pt x="44450" y="21589"/>
                  </a:lnTo>
                  <a:lnTo>
                    <a:pt x="35560" y="68580"/>
                  </a:lnTo>
                  <a:lnTo>
                    <a:pt x="8509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5306059" y="3249736"/>
              <a:ext cx="1536700" cy="1343025"/>
            </a:xfrm>
            <a:custGeom>
              <a:rect b="b" l="l" r="r" t="t"/>
              <a:pathLst>
                <a:path extrusionOk="0" h="1343025" w="1536700">
                  <a:moveTo>
                    <a:pt x="0" y="1342583"/>
                  </a:moveTo>
                  <a:lnTo>
                    <a:pt x="2124" y="1286077"/>
                  </a:lnTo>
                  <a:lnTo>
                    <a:pt x="4339" y="1229675"/>
                  </a:lnTo>
                  <a:lnTo>
                    <a:pt x="6761" y="1173502"/>
                  </a:lnTo>
                  <a:lnTo>
                    <a:pt x="9504" y="1117687"/>
                  </a:lnTo>
                  <a:lnTo>
                    <a:pt x="12684" y="1062354"/>
                  </a:lnTo>
                  <a:lnTo>
                    <a:pt x="16415" y="1007632"/>
                  </a:lnTo>
                  <a:lnTo>
                    <a:pt x="20813" y="953647"/>
                  </a:lnTo>
                  <a:lnTo>
                    <a:pt x="25992" y="900525"/>
                  </a:lnTo>
                  <a:lnTo>
                    <a:pt x="32067" y="848394"/>
                  </a:lnTo>
                  <a:lnTo>
                    <a:pt x="39153" y="797380"/>
                  </a:lnTo>
                  <a:lnTo>
                    <a:pt x="47366" y="747610"/>
                  </a:lnTo>
                  <a:lnTo>
                    <a:pt x="56820" y="699210"/>
                  </a:lnTo>
                  <a:lnTo>
                    <a:pt x="67630" y="652308"/>
                  </a:lnTo>
                  <a:lnTo>
                    <a:pt x="79912" y="607030"/>
                  </a:lnTo>
                  <a:lnTo>
                    <a:pt x="93780" y="563503"/>
                  </a:lnTo>
                  <a:lnTo>
                    <a:pt x="109348" y="521853"/>
                  </a:lnTo>
                  <a:lnTo>
                    <a:pt x="126733" y="482207"/>
                  </a:lnTo>
                  <a:lnTo>
                    <a:pt x="146050" y="444693"/>
                  </a:lnTo>
                  <a:lnTo>
                    <a:pt x="171462" y="402088"/>
                  </a:lnTo>
                  <a:lnTo>
                    <a:pt x="199350" y="361646"/>
                  </a:lnTo>
                  <a:lnTo>
                    <a:pt x="229585" y="323362"/>
                  </a:lnTo>
                  <a:lnTo>
                    <a:pt x="262035" y="287233"/>
                  </a:lnTo>
                  <a:lnTo>
                    <a:pt x="296568" y="253252"/>
                  </a:lnTo>
                  <a:lnTo>
                    <a:pt x="333054" y="221417"/>
                  </a:lnTo>
                  <a:lnTo>
                    <a:pt x="371363" y="191722"/>
                  </a:lnTo>
                  <a:lnTo>
                    <a:pt x="411362" y="164163"/>
                  </a:lnTo>
                  <a:lnTo>
                    <a:pt x="452922" y="138735"/>
                  </a:lnTo>
                  <a:lnTo>
                    <a:pt x="495911" y="115434"/>
                  </a:lnTo>
                  <a:lnTo>
                    <a:pt x="540198" y="94255"/>
                  </a:lnTo>
                  <a:lnTo>
                    <a:pt x="585652" y="75194"/>
                  </a:lnTo>
                  <a:lnTo>
                    <a:pt x="632143" y="58246"/>
                  </a:lnTo>
                  <a:lnTo>
                    <a:pt x="679539" y="43408"/>
                  </a:lnTo>
                  <a:lnTo>
                    <a:pt x="727710" y="30673"/>
                  </a:lnTo>
                  <a:lnTo>
                    <a:pt x="774620" y="20944"/>
                  </a:lnTo>
                  <a:lnTo>
                    <a:pt x="824093" y="13146"/>
                  </a:lnTo>
                  <a:lnTo>
                    <a:pt x="875683" y="7216"/>
                  </a:lnTo>
                  <a:lnTo>
                    <a:pt x="928945" y="3090"/>
                  </a:lnTo>
                  <a:lnTo>
                    <a:pt x="983435" y="706"/>
                  </a:lnTo>
                  <a:lnTo>
                    <a:pt x="1038708" y="0"/>
                  </a:lnTo>
                  <a:lnTo>
                    <a:pt x="1094320" y="908"/>
                  </a:lnTo>
                  <a:lnTo>
                    <a:pt x="1149826" y="3368"/>
                  </a:lnTo>
                  <a:lnTo>
                    <a:pt x="1204781" y="7316"/>
                  </a:lnTo>
                  <a:lnTo>
                    <a:pt x="1258741" y="12690"/>
                  </a:lnTo>
                  <a:lnTo>
                    <a:pt x="1311261" y="19425"/>
                  </a:lnTo>
                  <a:lnTo>
                    <a:pt x="1361896" y="27458"/>
                  </a:lnTo>
                  <a:lnTo>
                    <a:pt x="1410202" y="36727"/>
                  </a:lnTo>
                  <a:lnTo>
                    <a:pt x="1455735" y="47168"/>
                  </a:lnTo>
                  <a:lnTo>
                    <a:pt x="1498049" y="58718"/>
                  </a:lnTo>
                  <a:lnTo>
                    <a:pt x="1536699" y="71313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6822439" y="3284220"/>
              <a:ext cx="85090" cy="69850"/>
            </a:xfrm>
            <a:custGeom>
              <a:rect b="b" l="l" r="r" t="t"/>
              <a:pathLst>
                <a:path extrusionOk="0" h="69850" w="85090">
                  <a:moveTo>
                    <a:pt x="30479" y="0"/>
                  </a:moveTo>
                  <a:lnTo>
                    <a:pt x="43179" y="46989"/>
                  </a:lnTo>
                  <a:lnTo>
                    <a:pt x="0" y="69850"/>
                  </a:lnTo>
                  <a:lnTo>
                    <a:pt x="85089" y="66039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5961380" y="5074919"/>
              <a:ext cx="643890" cy="41529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5961380" y="4592319"/>
              <a:ext cx="643890" cy="41020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3657600" y="1318260"/>
              <a:ext cx="680720" cy="378460"/>
            </a:xfrm>
            <a:custGeom>
              <a:rect b="b" l="l" r="r" t="t"/>
              <a:pathLst>
                <a:path extrusionOk="0" h="378460" w="680720">
                  <a:moveTo>
                    <a:pt x="680720" y="0"/>
                  </a:moveTo>
                  <a:lnTo>
                    <a:pt x="444500" y="0"/>
                  </a:lnTo>
                  <a:lnTo>
                    <a:pt x="266700" y="52069"/>
                  </a:lnTo>
                  <a:lnTo>
                    <a:pt x="0" y="146050"/>
                  </a:lnTo>
                  <a:lnTo>
                    <a:pt x="2539" y="314960"/>
                  </a:lnTo>
                  <a:lnTo>
                    <a:pt x="426720" y="378460"/>
                  </a:lnTo>
                  <a:lnTo>
                    <a:pt x="680720" y="116839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33"/>
            <p:cNvSpPr/>
            <p:nvPr/>
          </p:nvSpPr>
          <p:spPr>
            <a:xfrm>
              <a:off x="3905250" y="1244600"/>
              <a:ext cx="320039" cy="16763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3773169" y="1324610"/>
              <a:ext cx="481330" cy="137160"/>
            </a:xfrm>
            <a:custGeom>
              <a:rect b="b" l="l" r="r" t="t"/>
              <a:pathLst>
                <a:path extrusionOk="0" h="137159" w="481329">
                  <a:moveTo>
                    <a:pt x="469900" y="0"/>
                  </a:moveTo>
                  <a:lnTo>
                    <a:pt x="340359" y="0"/>
                  </a:lnTo>
                  <a:lnTo>
                    <a:pt x="336550" y="1269"/>
                  </a:lnTo>
                  <a:lnTo>
                    <a:pt x="322579" y="3810"/>
                  </a:lnTo>
                  <a:lnTo>
                    <a:pt x="316229" y="6350"/>
                  </a:lnTo>
                  <a:lnTo>
                    <a:pt x="307339" y="7619"/>
                  </a:lnTo>
                  <a:lnTo>
                    <a:pt x="298450" y="10160"/>
                  </a:lnTo>
                  <a:lnTo>
                    <a:pt x="278129" y="15239"/>
                  </a:lnTo>
                  <a:lnTo>
                    <a:pt x="266700" y="17779"/>
                  </a:lnTo>
                  <a:lnTo>
                    <a:pt x="256539" y="20319"/>
                  </a:lnTo>
                  <a:lnTo>
                    <a:pt x="245109" y="24129"/>
                  </a:lnTo>
                  <a:lnTo>
                    <a:pt x="222250" y="29210"/>
                  </a:lnTo>
                  <a:lnTo>
                    <a:pt x="210819" y="33019"/>
                  </a:lnTo>
                  <a:lnTo>
                    <a:pt x="187959" y="38100"/>
                  </a:lnTo>
                  <a:lnTo>
                    <a:pt x="177800" y="41910"/>
                  </a:lnTo>
                  <a:lnTo>
                    <a:pt x="166369" y="44450"/>
                  </a:lnTo>
                  <a:lnTo>
                    <a:pt x="157479" y="46989"/>
                  </a:lnTo>
                  <a:lnTo>
                    <a:pt x="147319" y="49529"/>
                  </a:lnTo>
                  <a:lnTo>
                    <a:pt x="138429" y="52069"/>
                  </a:lnTo>
                  <a:lnTo>
                    <a:pt x="130809" y="54610"/>
                  </a:lnTo>
                  <a:lnTo>
                    <a:pt x="123189" y="55879"/>
                  </a:lnTo>
                  <a:lnTo>
                    <a:pt x="116839" y="58419"/>
                  </a:lnTo>
                  <a:lnTo>
                    <a:pt x="110489" y="59689"/>
                  </a:lnTo>
                  <a:lnTo>
                    <a:pt x="106679" y="60960"/>
                  </a:lnTo>
                  <a:lnTo>
                    <a:pt x="102869" y="60960"/>
                  </a:lnTo>
                  <a:lnTo>
                    <a:pt x="101600" y="62229"/>
                  </a:lnTo>
                  <a:lnTo>
                    <a:pt x="100329" y="62229"/>
                  </a:lnTo>
                  <a:lnTo>
                    <a:pt x="100329" y="63500"/>
                  </a:lnTo>
                  <a:lnTo>
                    <a:pt x="99059" y="64769"/>
                  </a:lnTo>
                  <a:lnTo>
                    <a:pt x="97789" y="67310"/>
                  </a:lnTo>
                  <a:lnTo>
                    <a:pt x="92709" y="74929"/>
                  </a:lnTo>
                  <a:lnTo>
                    <a:pt x="85089" y="82550"/>
                  </a:lnTo>
                  <a:lnTo>
                    <a:pt x="80009" y="85089"/>
                  </a:lnTo>
                  <a:lnTo>
                    <a:pt x="72389" y="87629"/>
                  </a:lnTo>
                  <a:lnTo>
                    <a:pt x="67309" y="90169"/>
                  </a:lnTo>
                  <a:lnTo>
                    <a:pt x="60959" y="91439"/>
                  </a:lnTo>
                  <a:lnTo>
                    <a:pt x="41909" y="99060"/>
                  </a:lnTo>
                  <a:lnTo>
                    <a:pt x="34289" y="101600"/>
                  </a:lnTo>
                  <a:lnTo>
                    <a:pt x="27939" y="104139"/>
                  </a:lnTo>
                  <a:lnTo>
                    <a:pt x="21589" y="105410"/>
                  </a:lnTo>
                  <a:lnTo>
                    <a:pt x="16509" y="107950"/>
                  </a:lnTo>
                  <a:lnTo>
                    <a:pt x="10159" y="109219"/>
                  </a:lnTo>
                  <a:lnTo>
                    <a:pt x="6350" y="110489"/>
                  </a:lnTo>
                  <a:lnTo>
                    <a:pt x="1269" y="113029"/>
                  </a:lnTo>
                  <a:lnTo>
                    <a:pt x="0" y="113029"/>
                  </a:lnTo>
                  <a:lnTo>
                    <a:pt x="278129" y="137160"/>
                  </a:lnTo>
                  <a:lnTo>
                    <a:pt x="481329" y="190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33"/>
            <p:cNvSpPr/>
            <p:nvPr/>
          </p:nvSpPr>
          <p:spPr>
            <a:xfrm>
              <a:off x="3891280" y="1261110"/>
              <a:ext cx="345440" cy="19303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33"/>
            <p:cNvSpPr/>
            <p:nvPr/>
          </p:nvSpPr>
          <p:spPr>
            <a:xfrm>
              <a:off x="3634740" y="937260"/>
              <a:ext cx="641350" cy="444500"/>
            </a:xfrm>
            <a:custGeom>
              <a:rect b="b" l="l" r="r" t="t"/>
              <a:pathLst>
                <a:path extrusionOk="0" h="444500" w="641350">
                  <a:moveTo>
                    <a:pt x="237489" y="0"/>
                  </a:moveTo>
                  <a:lnTo>
                    <a:pt x="132080" y="78739"/>
                  </a:lnTo>
                  <a:lnTo>
                    <a:pt x="105410" y="128269"/>
                  </a:lnTo>
                  <a:lnTo>
                    <a:pt x="0" y="242569"/>
                  </a:lnTo>
                  <a:lnTo>
                    <a:pt x="31750" y="400050"/>
                  </a:lnTo>
                  <a:lnTo>
                    <a:pt x="138430" y="406400"/>
                  </a:lnTo>
                  <a:lnTo>
                    <a:pt x="187960" y="435610"/>
                  </a:lnTo>
                  <a:lnTo>
                    <a:pt x="331470" y="444500"/>
                  </a:lnTo>
                  <a:lnTo>
                    <a:pt x="641350" y="289560"/>
                  </a:lnTo>
                  <a:lnTo>
                    <a:pt x="585470" y="73660"/>
                  </a:lnTo>
                  <a:lnTo>
                    <a:pt x="2374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33"/>
            <p:cNvSpPr/>
            <p:nvPr/>
          </p:nvSpPr>
          <p:spPr>
            <a:xfrm>
              <a:off x="3952239" y="999490"/>
              <a:ext cx="267970" cy="294640"/>
            </a:xfrm>
            <a:custGeom>
              <a:rect b="b" l="l" r="r" t="t"/>
              <a:pathLst>
                <a:path extrusionOk="0" h="294640" w="267970">
                  <a:moveTo>
                    <a:pt x="0" y="0"/>
                  </a:moveTo>
                  <a:lnTo>
                    <a:pt x="62230" y="294639"/>
                  </a:lnTo>
                  <a:lnTo>
                    <a:pt x="267970" y="213360"/>
                  </a:lnTo>
                  <a:lnTo>
                    <a:pt x="224789" y="39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3784600" y="999490"/>
              <a:ext cx="106680" cy="350520"/>
            </a:xfrm>
            <a:custGeom>
              <a:rect b="b" l="l" r="r" t="t"/>
              <a:pathLst>
                <a:path extrusionOk="0" h="350519" w="106679">
                  <a:moveTo>
                    <a:pt x="27939" y="0"/>
                  </a:moveTo>
                  <a:lnTo>
                    <a:pt x="0" y="76200"/>
                  </a:lnTo>
                  <a:lnTo>
                    <a:pt x="55879" y="332739"/>
                  </a:lnTo>
                  <a:lnTo>
                    <a:pt x="106679" y="350520"/>
                  </a:lnTo>
                  <a:lnTo>
                    <a:pt x="27939" y="0"/>
                  </a:lnTo>
                  <a:close/>
                </a:path>
              </a:pathLst>
            </a:custGeom>
            <a:solidFill>
              <a:srgbClr val="7E7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33"/>
            <p:cNvSpPr/>
            <p:nvPr/>
          </p:nvSpPr>
          <p:spPr>
            <a:xfrm>
              <a:off x="3982720" y="1028700"/>
              <a:ext cx="213359" cy="23876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33"/>
            <p:cNvSpPr/>
            <p:nvPr/>
          </p:nvSpPr>
          <p:spPr>
            <a:xfrm>
              <a:off x="3821430" y="1337309"/>
              <a:ext cx="500380" cy="321310"/>
            </a:xfrm>
            <a:custGeom>
              <a:rect b="b" l="l" r="r" t="t"/>
              <a:pathLst>
                <a:path extrusionOk="0" h="321310" w="500379">
                  <a:moveTo>
                    <a:pt x="490220" y="0"/>
                  </a:moveTo>
                  <a:lnTo>
                    <a:pt x="463550" y="0"/>
                  </a:lnTo>
                  <a:lnTo>
                    <a:pt x="251460" y="138430"/>
                  </a:lnTo>
                  <a:lnTo>
                    <a:pt x="0" y="137160"/>
                  </a:lnTo>
                  <a:lnTo>
                    <a:pt x="256540" y="166370"/>
                  </a:lnTo>
                  <a:lnTo>
                    <a:pt x="490220" y="0"/>
                  </a:lnTo>
                  <a:close/>
                </a:path>
                <a:path extrusionOk="0" h="321310" w="500379">
                  <a:moveTo>
                    <a:pt x="500380" y="17780"/>
                  </a:moveTo>
                  <a:lnTo>
                    <a:pt x="265430" y="207010"/>
                  </a:lnTo>
                  <a:lnTo>
                    <a:pt x="265430" y="321310"/>
                  </a:lnTo>
                  <a:lnTo>
                    <a:pt x="500380" y="87630"/>
                  </a:lnTo>
                  <a:lnTo>
                    <a:pt x="500380" y="177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33"/>
            <p:cNvSpPr/>
            <p:nvPr/>
          </p:nvSpPr>
          <p:spPr>
            <a:xfrm>
              <a:off x="3694430" y="1494790"/>
              <a:ext cx="351790" cy="142240"/>
            </a:xfrm>
            <a:custGeom>
              <a:rect b="b" l="l" r="r" t="t"/>
              <a:pathLst>
                <a:path extrusionOk="0" h="142239" w="351789">
                  <a:moveTo>
                    <a:pt x="0" y="0"/>
                  </a:moveTo>
                  <a:lnTo>
                    <a:pt x="0" y="114300"/>
                  </a:lnTo>
                  <a:lnTo>
                    <a:pt x="170180" y="142239"/>
                  </a:lnTo>
                  <a:lnTo>
                    <a:pt x="351790" y="52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4156709" y="1457960"/>
              <a:ext cx="12700" cy="154940"/>
            </a:xfrm>
            <a:custGeom>
              <a:rect b="b" l="l" r="r" t="t"/>
              <a:pathLst>
                <a:path extrusionOk="0" h="154940" w="12700">
                  <a:moveTo>
                    <a:pt x="12700" y="0"/>
                  </a:moveTo>
                  <a:lnTo>
                    <a:pt x="0" y="13969"/>
                  </a:lnTo>
                  <a:lnTo>
                    <a:pt x="0" y="154939"/>
                  </a:lnTo>
                  <a:lnTo>
                    <a:pt x="12700" y="1397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33"/>
            <p:cNvSpPr/>
            <p:nvPr/>
          </p:nvSpPr>
          <p:spPr>
            <a:xfrm>
              <a:off x="4234180" y="1375410"/>
              <a:ext cx="95250" cy="16001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33"/>
            <p:cNvSpPr/>
            <p:nvPr/>
          </p:nvSpPr>
          <p:spPr>
            <a:xfrm>
              <a:off x="3656330" y="1012190"/>
              <a:ext cx="224790" cy="340360"/>
            </a:xfrm>
            <a:custGeom>
              <a:rect b="b" l="l" r="r" t="t"/>
              <a:pathLst>
                <a:path extrusionOk="0" h="340359" w="224789">
                  <a:moveTo>
                    <a:pt x="151130" y="0"/>
                  </a:moveTo>
                  <a:lnTo>
                    <a:pt x="127000" y="20320"/>
                  </a:lnTo>
                  <a:lnTo>
                    <a:pt x="96520" y="74930"/>
                  </a:lnTo>
                  <a:lnTo>
                    <a:pt x="0" y="173989"/>
                  </a:lnTo>
                  <a:lnTo>
                    <a:pt x="29210" y="307339"/>
                  </a:lnTo>
                  <a:lnTo>
                    <a:pt x="105410" y="312420"/>
                  </a:lnTo>
                  <a:lnTo>
                    <a:pt x="95250" y="102870"/>
                  </a:lnTo>
                  <a:lnTo>
                    <a:pt x="135890" y="313689"/>
                  </a:lnTo>
                  <a:lnTo>
                    <a:pt x="172720" y="336550"/>
                  </a:lnTo>
                  <a:lnTo>
                    <a:pt x="224790" y="340360"/>
                  </a:lnTo>
                  <a:lnTo>
                    <a:pt x="151130" y="0"/>
                  </a:lnTo>
                  <a:close/>
                </a:path>
              </a:pathLst>
            </a:custGeom>
            <a:solidFill>
              <a:srgbClr val="3E3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33"/>
            <p:cNvSpPr/>
            <p:nvPr/>
          </p:nvSpPr>
          <p:spPr>
            <a:xfrm>
              <a:off x="3810000" y="970280"/>
              <a:ext cx="138430" cy="388620"/>
            </a:xfrm>
            <a:custGeom>
              <a:rect b="b" l="l" r="r" t="t"/>
              <a:pathLst>
                <a:path extrusionOk="0" h="388619" w="138429">
                  <a:moveTo>
                    <a:pt x="53339" y="0"/>
                  </a:moveTo>
                  <a:lnTo>
                    <a:pt x="0" y="40640"/>
                  </a:lnTo>
                  <a:lnTo>
                    <a:pt x="73660" y="382270"/>
                  </a:lnTo>
                  <a:lnTo>
                    <a:pt x="138429" y="388620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7E7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3956050" y="1351280"/>
              <a:ext cx="55880" cy="36830"/>
            </a:xfrm>
            <a:custGeom>
              <a:rect b="b" l="l" r="r" t="t"/>
              <a:pathLst>
                <a:path extrusionOk="0" h="36830" w="55879">
                  <a:moveTo>
                    <a:pt x="54610" y="0"/>
                  </a:moveTo>
                  <a:lnTo>
                    <a:pt x="0" y="20320"/>
                  </a:lnTo>
                  <a:lnTo>
                    <a:pt x="10160" y="30480"/>
                  </a:lnTo>
                  <a:lnTo>
                    <a:pt x="55879" y="36830"/>
                  </a:lnTo>
                  <a:lnTo>
                    <a:pt x="5461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33"/>
            <p:cNvSpPr/>
            <p:nvPr/>
          </p:nvSpPr>
          <p:spPr>
            <a:xfrm>
              <a:off x="3801109" y="985520"/>
              <a:ext cx="93980" cy="382270"/>
            </a:xfrm>
            <a:custGeom>
              <a:rect b="b" l="l" r="r" t="t"/>
              <a:pathLst>
                <a:path extrusionOk="0" h="382269" w="93979">
                  <a:moveTo>
                    <a:pt x="10160" y="0"/>
                  </a:moveTo>
                  <a:lnTo>
                    <a:pt x="0" y="6350"/>
                  </a:lnTo>
                  <a:lnTo>
                    <a:pt x="82550" y="381000"/>
                  </a:lnTo>
                  <a:lnTo>
                    <a:pt x="93979" y="38226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4042409" y="1350010"/>
              <a:ext cx="53340" cy="52069"/>
            </a:xfrm>
            <a:custGeom>
              <a:rect b="b" l="l" r="r" t="t"/>
              <a:pathLst>
                <a:path extrusionOk="0" h="52069" w="53339">
                  <a:moveTo>
                    <a:pt x="52069" y="0"/>
                  </a:moveTo>
                  <a:lnTo>
                    <a:pt x="46989" y="11429"/>
                  </a:lnTo>
                  <a:lnTo>
                    <a:pt x="39369" y="21589"/>
                  </a:lnTo>
                  <a:lnTo>
                    <a:pt x="22860" y="38100"/>
                  </a:lnTo>
                  <a:lnTo>
                    <a:pt x="13969" y="43179"/>
                  </a:lnTo>
                  <a:lnTo>
                    <a:pt x="2539" y="50800"/>
                  </a:lnTo>
                  <a:lnTo>
                    <a:pt x="0" y="52069"/>
                  </a:lnTo>
                  <a:lnTo>
                    <a:pt x="11429" y="48260"/>
                  </a:lnTo>
                  <a:lnTo>
                    <a:pt x="21589" y="44450"/>
                  </a:lnTo>
                  <a:lnTo>
                    <a:pt x="29210" y="39369"/>
                  </a:lnTo>
                  <a:lnTo>
                    <a:pt x="41910" y="31750"/>
                  </a:lnTo>
                  <a:lnTo>
                    <a:pt x="45719" y="26669"/>
                  </a:lnTo>
                  <a:lnTo>
                    <a:pt x="48260" y="22860"/>
                  </a:lnTo>
                  <a:lnTo>
                    <a:pt x="52069" y="15239"/>
                  </a:lnTo>
                  <a:lnTo>
                    <a:pt x="53339" y="11429"/>
                  </a:lnTo>
                  <a:lnTo>
                    <a:pt x="53339" y="1269"/>
                  </a:lnTo>
                  <a:lnTo>
                    <a:pt x="52069" y="0"/>
                  </a:lnTo>
                  <a:close/>
                </a:path>
              </a:pathLst>
            </a:custGeom>
            <a:solidFill>
              <a:srgbClr val="7E7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33"/>
            <p:cNvSpPr/>
            <p:nvPr/>
          </p:nvSpPr>
          <p:spPr>
            <a:xfrm>
              <a:off x="3886200" y="958850"/>
              <a:ext cx="370840" cy="387350"/>
            </a:xfrm>
            <a:custGeom>
              <a:rect b="b" l="l" r="r" t="t"/>
              <a:pathLst>
                <a:path extrusionOk="0" h="387350" w="370839">
                  <a:moveTo>
                    <a:pt x="0" y="2539"/>
                  </a:moveTo>
                  <a:lnTo>
                    <a:pt x="86360" y="387350"/>
                  </a:lnTo>
                  <a:lnTo>
                    <a:pt x="157479" y="355600"/>
                  </a:lnTo>
                  <a:lnTo>
                    <a:pt x="113029" y="355600"/>
                  </a:lnTo>
                  <a:lnTo>
                    <a:pt x="43179" y="26670"/>
                  </a:lnTo>
                  <a:lnTo>
                    <a:pt x="0" y="2539"/>
                  </a:lnTo>
                  <a:close/>
                </a:path>
                <a:path extrusionOk="0" h="387350" w="370839">
                  <a:moveTo>
                    <a:pt x="122568" y="22860"/>
                  </a:moveTo>
                  <a:lnTo>
                    <a:pt x="41910" y="22860"/>
                  </a:lnTo>
                  <a:lnTo>
                    <a:pt x="303529" y="67310"/>
                  </a:lnTo>
                  <a:lnTo>
                    <a:pt x="354329" y="261620"/>
                  </a:lnTo>
                  <a:lnTo>
                    <a:pt x="113029" y="355600"/>
                  </a:lnTo>
                  <a:lnTo>
                    <a:pt x="157479" y="355600"/>
                  </a:lnTo>
                  <a:lnTo>
                    <a:pt x="370839" y="260350"/>
                  </a:lnTo>
                  <a:lnTo>
                    <a:pt x="320039" y="59689"/>
                  </a:lnTo>
                  <a:lnTo>
                    <a:pt x="122568" y="22860"/>
                  </a:lnTo>
                  <a:close/>
                </a:path>
                <a:path extrusionOk="0" h="387350" w="370839">
                  <a:moveTo>
                    <a:pt x="0" y="0"/>
                  </a:moveTo>
                  <a:lnTo>
                    <a:pt x="0" y="2539"/>
                  </a:lnTo>
                  <a:lnTo>
                    <a:pt x="43179" y="26670"/>
                  </a:lnTo>
                  <a:lnTo>
                    <a:pt x="41910" y="22860"/>
                  </a:lnTo>
                  <a:lnTo>
                    <a:pt x="122568" y="22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5" name="Google Shape;1545;p33"/>
          <p:cNvGrpSpPr/>
          <p:nvPr/>
        </p:nvGrpSpPr>
        <p:grpSpPr>
          <a:xfrm>
            <a:off x="8503919" y="3074670"/>
            <a:ext cx="1240790" cy="708659"/>
            <a:chOff x="6979919" y="3074670"/>
            <a:chExt cx="1240790" cy="708659"/>
          </a:xfrm>
        </p:grpSpPr>
        <p:sp>
          <p:nvSpPr>
            <p:cNvPr id="1546" name="Google Shape;1546;p33"/>
            <p:cNvSpPr/>
            <p:nvPr/>
          </p:nvSpPr>
          <p:spPr>
            <a:xfrm>
              <a:off x="6979919" y="3087370"/>
              <a:ext cx="797559" cy="695959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7705089" y="3074670"/>
              <a:ext cx="515620" cy="35052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8" name="Google Shape;1548;p33"/>
          <p:cNvSpPr txBox="1"/>
          <p:nvPr/>
        </p:nvSpPr>
        <p:spPr>
          <a:xfrm>
            <a:off x="7574279" y="5523229"/>
            <a:ext cx="1014730" cy="457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0">
            <a:spAutoFit/>
          </a:bodyPr>
          <a:lstStyle/>
          <a:p>
            <a:pPr indent="0" lvl="0" marL="12700" marR="5080" rtl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Large-scale  Application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33"/>
          <p:cNvSpPr txBox="1"/>
          <p:nvPr/>
        </p:nvSpPr>
        <p:spPr>
          <a:xfrm>
            <a:off x="3712210" y="5650229"/>
            <a:ext cx="11137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3843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 Management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0" name="Google Shape;1550;p33"/>
          <p:cNvGrpSpPr/>
          <p:nvPr/>
        </p:nvGrpSpPr>
        <p:grpSpPr>
          <a:xfrm>
            <a:off x="2574289" y="1074419"/>
            <a:ext cx="6224270" cy="3450591"/>
            <a:chOff x="1050289" y="1074419"/>
            <a:chExt cx="6224270" cy="3450591"/>
          </a:xfrm>
        </p:grpSpPr>
        <p:sp>
          <p:nvSpPr>
            <p:cNvPr id="1551" name="Google Shape;1551;p33"/>
            <p:cNvSpPr/>
            <p:nvPr/>
          </p:nvSpPr>
          <p:spPr>
            <a:xfrm>
              <a:off x="1525269" y="1628139"/>
              <a:ext cx="515619" cy="35052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33"/>
            <p:cNvSpPr/>
            <p:nvPr/>
          </p:nvSpPr>
          <p:spPr>
            <a:xfrm>
              <a:off x="4361180" y="1074419"/>
              <a:ext cx="515620" cy="35052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33"/>
            <p:cNvSpPr/>
            <p:nvPr/>
          </p:nvSpPr>
          <p:spPr>
            <a:xfrm>
              <a:off x="6761480" y="1145539"/>
              <a:ext cx="513079" cy="35052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1057909" y="2523489"/>
              <a:ext cx="102870" cy="703580"/>
            </a:xfrm>
            <a:custGeom>
              <a:rect b="b" l="l" r="r" t="t"/>
              <a:pathLst>
                <a:path extrusionOk="0" h="703580" w="102869">
                  <a:moveTo>
                    <a:pt x="102870" y="0"/>
                  </a:moveTo>
                  <a:lnTo>
                    <a:pt x="101600" y="3810"/>
                  </a:lnTo>
                  <a:lnTo>
                    <a:pt x="100330" y="10160"/>
                  </a:lnTo>
                  <a:lnTo>
                    <a:pt x="100330" y="15239"/>
                  </a:lnTo>
                </a:path>
                <a:path extrusionOk="0" h="703580" w="102869">
                  <a:moveTo>
                    <a:pt x="96520" y="30480"/>
                  </a:moveTo>
                  <a:lnTo>
                    <a:pt x="95250" y="35560"/>
                  </a:lnTo>
                  <a:lnTo>
                    <a:pt x="93980" y="40639"/>
                  </a:lnTo>
                  <a:lnTo>
                    <a:pt x="93980" y="45720"/>
                  </a:lnTo>
                </a:path>
                <a:path extrusionOk="0" h="703580" w="102869">
                  <a:moveTo>
                    <a:pt x="90170" y="60960"/>
                  </a:moveTo>
                  <a:lnTo>
                    <a:pt x="88900" y="67310"/>
                  </a:lnTo>
                  <a:lnTo>
                    <a:pt x="87630" y="71120"/>
                  </a:lnTo>
                  <a:lnTo>
                    <a:pt x="86359" y="76200"/>
                  </a:lnTo>
                </a:path>
                <a:path extrusionOk="0" h="703580" w="102869">
                  <a:moveTo>
                    <a:pt x="83820" y="92710"/>
                  </a:moveTo>
                  <a:lnTo>
                    <a:pt x="82550" y="97789"/>
                  </a:lnTo>
                  <a:lnTo>
                    <a:pt x="81280" y="102870"/>
                  </a:lnTo>
                  <a:lnTo>
                    <a:pt x="81280" y="107950"/>
                  </a:lnTo>
                </a:path>
                <a:path extrusionOk="0" h="703580" w="102869">
                  <a:moveTo>
                    <a:pt x="77470" y="123189"/>
                  </a:moveTo>
                  <a:lnTo>
                    <a:pt x="76200" y="128270"/>
                  </a:lnTo>
                  <a:lnTo>
                    <a:pt x="74930" y="134620"/>
                  </a:lnTo>
                  <a:lnTo>
                    <a:pt x="73659" y="139700"/>
                  </a:lnTo>
                </a:path>
                <a:path extrusionOk="0" h="703580" w="102869">
                  <a:moveTo>
                    <a:pt x="71120" y="154939"/>
                  </a:moveTo>
                  <a:lnTo>
                    <a:pt x="69850" y="160020"/>
                  </a:lnTo>
                  <a:lnTo>
                    <a:pt x="69850" y="165100"/>
                  </a:lnTo>
                  <a:lnTo>
                    <a:pt x="68580" y="170180"/>
                  </a:lnTo>
                </a:path>
                <a:path extrusionOk="0" h="703580" w="102869">
                  <a:moveTo>
                    <a:pt x="64770" y="185420"/>
                  </a:moveTo>
                  <a:lnTo>
                    <a:pt x="64770" y="190500"/>
                  </a:lnTo>
                  <a:lnTo>
                    <a:pt x="63500" y="195580"/>
                  </a:lnTo>
                  <a:lnTo>
                    <a:pt x="62230" y="201930"/>
                  </a:lnTo>
                </a:path>
                <a:path extrusionOk="0" h="703580" w="102869">
                  <a:moveTo>
                    <a:pt x="59690" y="217170"/>
                  </a:moveTo>
                  <a:lnTo>
                    <a:pt x="58420" y="222250"/>
                  </a:lnTo>
                  <a:lnTo>
                    <a:pt x="57150" y="227330"/>
                  </a:lnTo>
                  <a:lnTo>
                    <a:pt x="55880" y="232410"/>
                  </a:lnTo>
                </a:path>
                <a:path extrusionOk="0" h="703580" w="102869">
                  <a:moveTo>
                    <a:pt x="53340" y="247650"/>
                  </a:moveTo>
                  <a:lnTo>
                    <a:pt x="52070" y="252730"/>
                  </a:lnTo>
                  <a:lnTo>
                    <a:pt x="52070" y="257810"/>
                  </a:lnTo>
                  <a:lnTo>
                    <a:pt x="50800" y="264160"/>
                  </a:lnTo>
                </a:path>
                <a:path extrusionOk="0" h="703580" w="102869">
                  <a:moveTo>
                    <a:pt x="48259" y="279400"/>
                  </a:moveTo>
                  <a:lnTo>
                    <a:pt x="46990" y="284480"/>
                  </a:lnTo>
                  <a:lnTo>
                    <a:pt x="45720" y="289560"/>
                  </a:lnTo>
                  <a:lnTo>
                    <a:pt x="45720" y="294639"/>
                  </a:lnTo>
                </a:path>
                <a:path extrusionOk="0" h="703580" w="102869">
                  <a:moveTo>
                    <a:pt x="41909" y="309880"/>
                  </a:moveTo>
                  <a:lnTo>
                    <a:pt x="41909" y="314960"/>
                  </a:lnTo>
                  <a:lnTo>
                    <a:pt x="40640" y="321310"/>
                  </a:lnTo>
                  <a:lnTo>
                    <a:pt x="39370" y="326389"/>
                  </a:lnTo>
                </a:path>
                <a:path extrusionOk="0" h="703580" w="102869">
                  <a:moveTo>
                    <a:pt x="36830" y="341630"/>
                  </a:moveTo>
                  <a:lnTo>
                    <a:pt x="35559" y="346710"/>
                  </a:lnTo>
                  <a:lnTo>
                    <a:pt x="35559" y="351789"/>
                  </a:lnTo>
                  <a:lnTo>
                    <a:pt x="34290" y="356870"/>
                  </a:lnTo>
                </a:path>
                <a:path extrusionOk="0" h="703580" w="102869">
                  <a:moveTo>
                    <a:pt x="31750" y="373380"/>
                  </a:moveTo>
                  <a:lnTo>
                    <a:pt x="30480" y="378460"/>
                  </a:lnTo>
                  <a:lnTo>
                    <a:pt x="30480" y="383539"/>
                  </a:lnTo>
                  <a:lnTo>
                    <a:pt x="29209" y="388620"/>
                  </a:lnTo>
                </a:path>
                <a:path extrusionOk="0" h="703580" w="102869">
                  <a:moveTo>
                    <a:pt x="26670" y="403860"/>
                  </a:moveTo>
                  <a:lnTo>
                    <a:pt x="26670" y="408939"/>
                  </a:lnTo>
                  <a:lnTo>
                    <a:pt x="25400" y="414020"/>
                  </a:lnTo>
                  <a:lnTo>
                    <a:pt x="25400" y="420370"/>
                  </a:lnTo>
                </a:path>
                <a:path extrusionOk="0" h="703580" w="102869">
                  <a:moveTo>
                    <a:pt x="22859" y="435610"/>
                  </a:moveTo>
                  <a:lnTo>
                    <a:pt x="21590" y="440689"/>
                  </a:lnTo>
                  <a:lnTo>
                    <a:pt x="21590" y="445770"/>
                  </a:lnTo>
                  <a:lnTo>
                    <a:pt x="20320" y="450850"/>
                  </a:lnTo>
                </a:path>
                <a:path extrusionOk="0" h="703580" w="102869">
                  <a:moveTo>
                    <a:pt x="19050" y="467360"/>
                  </a:moveTo>
                  <a:lnTo>
                    <a:pt x="17780" y="472439"/>
                  </a:lnTo>
                  <a:lnTo>
                    <a:pt x="17780" y="477520"/>
                  </a:lnTo>
                  <a:lnTo>
                    <a:pt x="16509" y="482600"/>
                  </a:lnTo>
                </a:path>
                <a:path extrusionOk="0" h="703580" w="102869">
                  <a:moveTo>
                    <a:pt x="15240" y="497839"/>
                  </a:moveTo>
                  <a:lnTo>
                    <a:pt x="13970" y="504189"/>
                  </a:lnTo>
                  <a:lnTo>
                    <a:pt x="13970" y="509270"/>
                  </a:lnTo>
                  <a:lnTo>
                    <a:pt x="12700" y="514350"/>
                  </a:lnTo>
                </a:path>
                <a:path extrusionOk="0" h="703580" w="102869">
                  <a:moveTo>
                    <a:pt x="11430" y="529589"/>
                  </a:moveTo>
                  <a:lnTo>
                    <a:pt x="11430" y="534670"/>
                  </a:lnTo>
                  <a:lnTo>
                    <a:pt x="10159" y="541020"/>
                  </a:lnTo>
                  <a:lnTo>
                    <a:pt x="10159" y="546100"/>
                  </a:lnTo>
                </a:path>
                <a:path extrusionOk="0" h="703580" w="102869">
                  <a:moveTo>
                    <a:pt x="8890" y="561339"/>
                  </a:moveTo>
                  <a:lnTo>
                    <a:pt x="7620" y="566420"/>
                  </a:lnTo>
                  <a:lnTo>
                    <a:pt x="7620" y="572770"/>
                  </a:lnTo>
                  <a:lnTo>
                    <a:pt x="6350" y="576580"/>
                  </a:lnTo>
                </a:path>
                <a:path extrusionOk="0" h="703580" w="102869">
                  <a:moveTo>
                    <a:pt x="6350" y="593089"/>
                  </a:moveTo>
                  <a:lnTo>
                    <a:pt x="5080" y="598170"/>
                  </a:lnTo>
                  <a:lnTo>
                    <a:pt x="5080" y="603250"/>
                  </a:lnTo>
                  <a:lnTo>
                    <a:pt x="5080" y="608330"/>
                  </a:lnTo>
                </a:path>
                <a:path extrusionOk="0" h="703580" w="102869">
                  <a:moveTo>
                    <a:pt x="3809" y="624839"/>
                  </a:moveTo>
                  <a:lnTo>
                    <a:pt x="3809" y="629920"/>
                  </a:lnTo>
                  <a:lnTo>
                    <a:pt x="2540" y="635000"/>
                  </a:lnTo>
                  <a:lnTo>
                    <a:pt x="2540" y="640080"/>
                  </a:lnTo>
                </a:path>
                <a:path extrusionOk="0" h="703580" w="102869">
                  <a:moveTo>
                    <a:pt x="2540" y="656589"/>
                  </a:moveTo>
                  <a:lnTo>
                    <a:pt x="2540" y="661670"/>
                  </a:lnTo>
                  <a:lnTo>
                    <a:pt x="1270" y="666750"/>
                  </a:lnTo>
                  <a:lnTo>
                    <a:pt x="1270" y="671830"/>
                  </a:lnTo>
                </a:path>
                <a:path extrusionOk="0" h="703580" w="102869">
                  <a:moveTo>
                    <a:pt x="1270" y="688339"/>
                  </a:moveTo>
                  <a:lnTo>
                    <a:pt x="1270" y="693420"/>
                  </a:lnTo>
                  <a:lnTo>
                    <a:pt x="1270" y="698500"/>
                  </a:lnTo>
                  <a:lnTo>
                    <a:pt x="0" y="703580"/>
                  </a:lnTo>
                </a:path>
              </a:pathLst>
            </a:custGeom>
            <a:noFill/>
            <a:ln cap="flat" cmpd="sng" w="15225">
              <a:solidFill>
                <a:srgbClr val="99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1050289" y="3251199"/>
              <a:ext cx="17780" cy="95250"/>
            </a:xfrm>
            <a:custGeom>
              <a:rect b="b" l="l" r="r" t="t"/>
              <a:pathLst>
                <a:path extrusionOk="0" h="95250" w="17780">
                  <a:moveTo>
                    <a:pt x="0" y="0"/>
                  </a:moveTo>
                  <a:lnTo>
                    <a:pt x="15239" y="0"/>
                  </a:lnTo>
                </a:path>
                <a:path extrusionOk="0" h="95250" w="17780">
                  <a:moveTo>
                    <a:pt x="0" y="31750"/>
                  </a:moveTo>
                  <a:lnTo>
                    <a:pt x="15239" y="31750"/>
                  </a:lnTo>
                </a:path>
                <a:path extrusionOk="0" h="95250" w="17780">
                  <a:moveTo>
                    <a:pt x="1270" y="63500"/>
                  </a:moveTo>
                  <a:lnTo>
                    <a:pt x="16509" y="63500"/>
                  </a:lnTo>
                </a:path>
                <a:path extrusionOk="0" h="95250" w="17780">
                  <a:moveTo>
                    <a:pt x="2540" y="95250"/>
                  </a:moveTo>
                  <a:lnTo>
                    <a:pt x="17779" y="95250"/>
                  </a:lnTo>
                </a:path>
              </a:pathLst>
            </a:custGeom>
            <a:noFill/>
            <a:ln cap="flat" cmpd="sng" w="15225">
              <a:solidFill>
                <a:srgbClr val="99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33"/>
            <p:cNvSpPr/>
            <p:nvPr/>
          </p:nvSpPr>
          <p:spPr>
            <a:xfrm>
              <a:off x="1061719" y="3369309"/>
              <a:ext cx="448309" cy="1102360"/>
            </a:xfrm>
            <a:custGeom>
              <a:rect b="b" l="l" r="r" t="t"/>
              <a:pathLst>
                <a:path extrusionOk="0" h="1102360" w="448309">
                  <a:moveTo>
                    <a:pt x="0" y="0"/>
                  </a:moveTo>
                  <a:lnTo>
                    <a:pt x="1270" y="5079"/>
                  </a:lnTo>
                  <a:lnTo>
                    <a:pt x="1270" y="11429"/>
                  </a:lnTo>
                  <a:lnTo>
                    <a:pt x="1270" y="16510"/>
                  </a:lnTo>
                </a:path>
                <a:path extrusionOk="0" h="1102360" w="448309">
                  <a:moveTo>
                    <a:pt x="2540" y="31750"/>
                  </a:moveTo>
                  <a:lnTo>
                    <a:pt x="2540" y="36829"/>
                  </a:lnTo>
                  <a:lnTo>
                    <a:pt x="3810" y="41910"/>
                  </a:lnTo>
                  <a:lnTo>
                    <a:pt x="3810" y="48260"/>
                  </a:lnTo>
                </a:path>
                <a:path extrusionOk="0" h="1102360" w="448309">
                  <a:moveTo>
                    <a:pt x="6350" y="63500"/>
                  </a:moveTo>
                  <a:lnTo>
                    <a:pt x="6350" y="68579"/>
                  </a:lnTo>
                  <a:lnTo>
                    <a:pt x="7620" y="73660"/>
                  </a:lnTo>
                  <a:lnTo>
                    <a:pt x="7620" y="78739"/>
                  </a:lnTo>
                </a:path>
                <a:path extrusionOk="0" h="1102360" w="448309">
                  <a:moveTo>
                    <a:pt x="10160" y="95250"/>
                  </a:moveTo>
                  <a:lnTo>
                    <a:pt x="10160" y="100329"/>
                  </a:lnTo>
                  <a:lnTo>
                    <a:pt x="11430" y="105410"/>
                  </a:lnTo>
                  <a:lnTo>
                    <a:pt x="12700" y="110489"/>
                  </a:lnTo>
                </a:path>
                <a:path extrusionOk="0" h="1102360" w="448309">
                  <a:moveTo>
                    <a:pt x="15240" y="125729"/>
                  </a:moveTo>
                  <a:lnTo>
                    <a:pt x="15240" y="130810"/>
                  </a:lnTo>
                  <a:lnTo>
                    <a:pt x="16510" y="137160"/>
                  </a:lnTo>
                  <a:lnTo>
                    <a:pt x="17780" y="142239"/>
                  </a:lnTo>
                </a:path>
                <a:path extrusionOk="0" h="1102360" w="448309">
                  <a:moveTo>
                    <a:pt x="20320" y="157479"/>
                  </a:moveTo>
                  <a:lnTo>
                    <a:pt x="21590" y="162560"/>
                  </a:lnTo>
                  <a:lnTo>
                    <a:pt x="22860" y="167639"/>
                  </a:lnTo>
                  <a:lnTo>
                    <a:pt x="22860" y="172719"/>
                  </a:lnTo>
                </a:path>
                <a:path extrusionOk="0" h="1102360" w="448309">
                  <a:moveTo>
                    <a:pt x="26670" y="187960"/>
                  </a:moveTo>
                  <a:lnTo>
                    <a:pt x="26670" y="189229"/>
                  </a:lnTo>
                  <a:lnTo>
                    <a:pt x="27940" y="194310"/>
                  </a:lnTo>
                  <a:lnTo>
                    <a:pt x="29210" y="198119"/>
                  </a:lnTo>
                  <a:lnTo>
                    <a:pt x="29210" y="203200"/>
                  </a:lnTo>
                </a:path>
                <a:path extrusionOk="0" h="1102360" w="448309">
                  <a:moveTo>
                    <a:pt x="33020" y="218439"/>
                  </a:moveTo>
                  <a:lnTo>
                    <a:pt x="34290" y="223519"/>
                  </a:lnTo>
                  <a:lnTo>
                    <a:pt x="35560" y="229869"/>
                  </a:lnTo>
                  <a:lnTo>
                    <a:pt x="36830" y="233679"/>
                  </a:lnTo>
                </a:path>
                <a:path extrusionOk="0" h="1102360" w="448309">
                  <a:moveTo>
                    <a:pt x="40640" y="250189"/>
                  </a:moveTo>
                  <a:lnTo>
                    <a:pt x="41910" y="255269"/>
                  </a:lnTo>
                  <a:lnTo>
                    <a:pt x="43180" y="260350"/>
                  </a:lnTo>
                  <a:lnTo>
                    <a:pt x="44450" y="265429"/>
                  </a:lnTo>
                </a:path>
                <a:path extrusionOk="0" h="1102360" w="448309">
                  <a:moveTo>
                    <a:pt x="48260" y="280669"/>
                  </a:moveTo>
                  <a:lnTo>
                    <a:pt x="49530" y="285750"/>
                  </a:lnTo>
                  <a:lnTo>
                    <a:pt x="50800" y="290829"/>
                  </a:lnTo>
                  <a:lnTo>
                    <a:pt x="52070" y="295909"/>
                  </a:lnTo>
                </a:path>
                <a:path extrusionOk="0" h="1102360" w="448309">
                  <a:moveTo>
                    <a:pt x="55880" y="311150"/>
                  </a:moveTo>
                  <a:lnTo>
                    <a:pt x="58420" y="316229"/>
                  </a:lnTo>
                  <a:lnTo>
                    <a:pt x="59690" y="321309"/>
                  </a:lnTo>
                  <a:lnTo>
                    <a:pt x="60960" y="326389"/>
                  </a:lnTo>
                </a:path>
                <a:path extrusionOk="0" h="1102360" w="448309">
                  <a:moveTo>
                    <a:pt x="64770" y="341629"/>
                  </a:moveTo>
                  <a:lnTo>
                    <a:pt x="66040" y="346709"/>
                  </a:lnTo>
                  <a:lnTo>
                    <a:pt x="68580" y="351789"/>
                  </a:lnTo>
                  <a:lnTo>
                    <a:pt x="69850" y="356869"/>
                  </a:lnTo>
                </a:path>
                <a:path extrusionOk="0" h="1102360" w="448309">
                  <a:moveTo>
                    <a:pt x="73660" y="372109"/>
                  </a:moveTo>
                  <a:lnTo>
                    <a:pt x="74930" y="377189"/>
                  </a:lnTo>
                  <a:lnTo>
                    <a:pt x="77470" y="382269"/>
                  </a:lnTo>
                  <a:lnTo>
                    <a:pt x="78740" y="387350"/>
                  </a:lnTo>
                </a:path>
                <a:path extrusionOk="0" h="1102360" w="448309">
                  <a:moveTo>
                    <a:pt x="82550" y="402589"/>
                  </a:moveTo>
                  <a:lnTo>
                    <a:pt x="85090" y="407669"/>
                  </a:lnTo>
                  <a:lnTo>
                    <a:pt x="86360" y="412750"/>
                  </a:lnTo>
                  <a:lnTo>
                    <a:pt x="87630" y="417829"/>
                  </a:lnTo>
                </a:path>
                <a:path extrusionOk="0" h="1102360" w="448309">
                  <a:moveTo>
                    <a:pt x="92710" y="433069"/>
                  </a:moveTo>
                  <a:lnTo>
                    <a:pt x="93980" y="438150"/>
                  </a:lnTo>
                  <a:lnTo>
                    <a:pt x="95250" y="443229"/>
                  </a:lnTo>
                  <a:lnTo>
                    <a:pt x="96520" y="448309"/>
                  </a:lnTo>
                </a:path>
                <a:path extrusionOk="0" h="1102360" w="448309">
                  <a:moveTo>
                    <a:pt x="101600" y="463550"/>
                  </a:moveTo>
                  <a:lnTo>
                    <a:pt x="104140" y="468629"/>
                  </a:lnTo>
                  <a:lnTo>
                    <a:pt x="105410" y="473709"/>
                  </a:lnTo>
                  <a:lnTo>
                    <a:pt x="106680" y="478789"/>
                  </a:lnTo>
                </a:path>
                <a:path extrusionOk="0" h="1102360" w="448309">
                  <a:moveTo>
                    <a:pt x="111760" y="492759"/>
                  </a:moveTo>
                  <a:lnTo>
                    <a:pt x="114300" y="497839"/>
                  </a:lnTo>
                  <a:lnTo>
                    <a:pt x="115570" y="502919"/>
                  </a:lnTo>
                  <a:lnTo>
                    <a:pt x="118110" y="508000"/>
                  </a:lnTo>
                </a:path>
                <a:path extrusionOk="0" h="1102360" w="448309">
                  <a:moveTo>
                    <a:pt x="123190" y="523239"/>
                  </a:moveTo>
                  <a:lnTo>
                    <a:pt x="124460" y="528319"/>
                  </a:lnTo>
                  <a:lnTo>
                    <a:pt x="125730" y="533400"/>
                  </a:lnTo>
                  <a:lnTo>
                    <a:pt x="128270" y="538479"/>
                  </a:lnTo>
                </a:path>
                <a:path extrusionOk="0" h="1102360" w="448309">
                  <a:moveTo>
                    <a:pt x="133350" y="553719"/>
                  </a:moveTo>
                  <a:lnTo>
                    <a:pt x="135890" y="557529"/>
                  </a:lnTo>
                  <a:lnTo>
                    <a:pt x="137160" y="562609"/>
                  </a:lnTo>
                  <a:lnTo>
                    <a:pt x="139700" y="567689"/>
                  </a:lnTo>
                </a:path>
                <a:path extrusionOk="0" h="1102360" w="448309">
                  <a:moveTo>
                    <a:pt x="144780" y="582929"/>
                  </a:moveTo>
                  <a:lnTo>
                    <a:pt x="146050" y="588009"/>
                  </a:lnTo>
                  <a:lnTo>
                    <a:pt x="148590" y="593089"/>
                  </a:lnTo>
                  <a:lnTo>
                    <a:pt x="149860" y="596900"/>
                  </a:lnTo>
                </a:path>
                <a:path extrusionOk="0" h="1102360" w="448309">
                  <a:moveTo>
                    <a:pt x="156210" y="612139"/>
                  </a:moveTo>
                  <a:lnTo>
                    <a:pt x="157480" y="617219"/>
                  </a:lnTo>
                  <a:lnTo>
                    <a:pt x="160020" y="622300"/>
                  </a:lnTo>
                  <a:lnTo>
                    <a:pt x="161290" y="627379"/>
                  </a:lnTo>
                </a:path>
                <a:path extrusionOk="0" h="1102360" w="448309">
                  <a:moveTo>
                    <a:pt x="167640" y="641350"/>
                  </a:moveTo>
                  <a:lnTo>
                    <a:pt x="170180" y="646429"/>
                  </a:lnTo>
                  <a:lnTo>
                    <a:pt x="171450" y="651509"/>
                  </a:lnTo>
                  <a:lnTo>
                    <a:pt x="173990" y="656589"/>
                  </a:lnTo>
                </a:path>
                <a:path extrusionOk="0" h="1102360" w="448309">
                  <a:moveTo>
                    <a:pt x="180340" y="671829"/>
                  </a:moveTo>
                  <a:lnTo>
                    <a:pt x="181610" y="675639"/>
                  </a:lnTo>
                  <a:lnTo>
                    <a:pt x="184150" y="680719"/>
                  </a:lnTo>
                  <a:lnTo>
                    <a:pt x="186690" y="685800"/>
                  </a:lnTo>
                </a:path>
                <a:path extrusionOk="0" h="1102360" w="448309">
                  <a:moveTo>
                    <a:pt x="193040" y="699769"/>
                  </a:moveTo>
                  <a:lnTo>
                    <a:pt x="194310" y="704850"/>
                  </a:lnTo>
                  <a:lnTo>
                    <a:pt x="196850" y="709929"/>
                  </a:lnTo>
                  <a:lnTo>
                    <a:pt x="199390" y="715009"/>
                  </a:lnTo>
                </a:path>
                <a:path extrusionOk="0" h="1102360" w="448309">
                  <a:moveTo>
                    <a:pt x="205740" y="728979"/>
                  </a:moveTo>
                  <a:lnTo>
                    <a:pt x="207010" y="734059"/>
                  </a:lnTo>
                  <a:lnTo>
                    <a:pt x="209550" y="739139"/>
                  </a:lnTo>
                  <a:lnTo>
                    <a:pt x="212090" y="744219"/>
                  </a:lnTo>
                </a:path>
                <a:path extrusionOk="0" h="1102360" w="448309">
                  <a:moveTo>
                    <a:pt x="218440" y="758189"/>
                  </a:moveTo>
                  <a:lnTo>
                    <a:pt x="220980" y="763269"/>
                  </a:lnTo>
                  <a:lnTo>
                    <a:pt x="223520" y="768350"/>
                  </a:lnTo>
                  <a:lnTo>
                    <a:pt x="226060" y="772159"/>
                  </a:lnTo>
                </a:path>
                <a:path extrusionOk="0" h="1102360" w="448309">
                  <a:moveTo>
                    <a:pt x="232410" y="786129"/>
                  </a:moveTo>
                  <a:lnTo>
                    <a:pt x="234950" y="791209"/>
                  </a:lnTo>
                  <a:lnTo>
                    <a:pt x="237490" y="796289"/>
                  </a:lnTo>
                  <a:lnTo>
                    <a:pt x="238760" y="800100"/>
                  </a:lnTo>
                </a:path>
                <a:path extrusionOk="0" h="1102360" w="448309">
                  <a:moveTo>
                    <a:pt x="246380" y="815339"/>
                  </a:moveTo>
                  <a:lnTo>
                    <a:pt x="248920" y="819150"/>
                  </a:lnTo>
                  <a:lnTo>
                    <a:pt x="251460" y="824229"/>
                  </a:lnTo>
                  <a:lnTo>
                    <a:pt x="254000" y="829309"/>
                  </a:lnTo>
                </a:path>
                <a:path extrusionOk="0" h="1102360" w="448309">
                  <a:moveTo>
                    <a:pt x="261620" y="843279"/>
                  </a:moveTo>
                  <a:lnTo>
                    <a:pt x="264160" y="848359"/>
                  </a:lnTo>
                  <a:lnTo>
                    <a:pt x="266700" y="852169"/>
                  </a:lnTo>
                  <a:lnTo>
                    <a:pt x="269240" y="857250"/>
                  </a:lnTo>
                </a:path>
                <a:path extrusionOk="0" h="1102360" w="448309">
                  <a:moveTo>
                    <a:pt x="276860" y="871219"/>
                  </a:moveTo>
                  <a:lnTo>
                    <a:pt x="279400" y="876300"/>
                  </a:lnTo>
                  <a:lnTo>
                    <a:pt x="281940" y="880109"/>
                  </a:lnTo>
                  <a:lnTo>
                    <a:pt x="284480" y="885189"/>
                  </a:lnTo>
                </a:path>
                <a:path extrusionOk="0" h="1102360" w="448309">
                  <a:moveTo>
                    <a:pt x="292100" y="897889"/>
                  </a:moveTo>
                  <a:lnTo>
                    <a:pt x="294640" y="902969"/>
                  </a:lnTo>
                  <a:lnTo>
                    <a:pt x="297180" y="908050"/>
                  </a:lnTo>
                  <a:lnTo>
                    <a:pt x="299720" y="911859"/>
                  </a:lnTo>
                </a:path>
                <a:path extrusionOk="0" h="1102360" w="448309">
                  <a:moveTo>
                    <a:pt x="308610" y="925829"/>
                  </a:moveTo>
                  <a:lnTo>
                    <a:pt x="311150" y="930909"/>
                  </a:lnTo>
                  <a:lnTo>
                    <a:pt x="313690" y="934719"/>
                  </a:lnTo>
                  <a:lnTo>
                    <a:pt x="317500" y="939800"/>
                  </a:lnTo>
                </a:path>
                <a:path extrusionOk="0" h="1102360" w="448309">
                  <a:moveTo>
                    <a:pt x="325120" y="952500"/>
                  </a:moveTo>
                  <a:lnTo>
                    <a:pt x="327660" y="957579"/>
                  </a:lnTo>
                  <a:lnTo>
                    <a:pt x="331470" y="961389"/>
                  </a:lnTo>
                  <a:lnTo>
                    <a:pt x="334010" y="965200"/>
                  </a:lnTo>
                </a:path>
                <a:path extrusionOk="0" h="1102360" w="448309">
                  <a:moveTo>
                    <a:pt x="342900" y="977900"/>
                  </a:moveTo>
                  <a:lnTo>
                    <a:pt x="345440" y="982979"/>
                  </a:lnTo>
                  <a:lnTo>
                    <a:pt x="349250" y="988059"/>
                  </a:lnTo>
                  <a:lnTo>
                    <a:pt x="351790" y="991869"/>
                  </a:lnTo>
                </a:path>
                <a:path extrusionOk="0" h="1102360" w="448309">
                  <a:moveTo>
                    <a:pt x="361950" y="1004569"/>
                  </a:moveTo>
                  <a:lnTo>
                    <a:pt x="364490" y="1009650"/>
                  </a:lnTo>
                  <a:lnTo>
                    <a:pt x="368300" y="1013459"/>
                  </a:lnTo>
                  <a:lnTo>
                    <a:pt x="370840" y="1018539"/>
                  </a:lnTo>
                </a:path>
                <a:path extrusionOk="0" h="1102360" w="448309">
                  <a:moveTo>
                    <a:pt x="381000" y="1029969"/>
                  </a:moveTo>
                  <a:lnTo>
                    <a:pt x="383540" y="1033779"/>
                  </a:lnTo>
                  <a:lnTo>
                    <a:pt x="387350" y="1037589"/>
                  </a:lnTo>
                  <a:lnTo>
                    <a:pt x="389890" y="1042669"/>
                  </a:lnTo>
                </a:path>
                <a:path extrusionOk="0" h="1102360" w="448309">
                  <a:moveTo>
                    <a:pt x="401320" y="1054100"/>
                  </a:moveTo>
                  <a:lnTo>
                    <a:pt x="405130" y="1057909"/>
                  </a:lnTo>
                  <a:lnTo>
                    <a:pt x="407670" y="1062989"/>
                  </a:lnTo>
                  <a:lnTo>
                    <a:pt x="411480" y="1066800"/>
                  </a:lnTo>
                </a:path>
                <a:path extrusionOk="0" h="1102360" w="448309">
                  <a:moveTo>
                    <a:pt x="422910" y="1078229"/>
                  </a:moveTo>
                  <a:lnTo>
                    <a:pt x="426720" y="1082039"/>
                  </a:lnTo>
                  <a:lnTo>
                    <a:pt x="430530" y="1085850"/>
                  </a:lnTo>
                  <a:lnTo>
                    <a:pt x="434340" y="1089659"/>
                  </a:lnTo>
                </a:path>
                <a:path extrusionOk="0" h="1102360" w="448309">
                  <a:moveTo>
                    <a:pt x="444500" y="1099820"/>
                  </a:moveTo>
                  <a:lnTo>
                    <a:pt x="445770" y="1101089"/>
                  </a:lnTo>
                  <a:lnTo>
                    <a:pt x="447040" y="1102359"/>
                  </a:lnTo>
                  <a:lnTo>
                    <a:pt x="448310" y="1102359"/>
                  </a:lnTo>
                </a:path>
              </a:pathLst>
            </a:custGeom>
            <a:noFill/>
            <a:ln cap="flat" cmpd="sng" w="15225">
              <a:solidFill>
                <a:srgbClr val="99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33"/>
            <p:cNvSpPr/>
            <p:nvPr/>
          </p:nvSpPr>
          <p:spPr>
            <a:xfrm>
              <a:off x="1480819" y="4422140"/>
              <a:ext cx="116839" cy="102870"/>
            </a:xfrm>
            <a:custGeom>
              <a:rect b="b" l="l" r="r" t="t"/>
              <a:pathLst>
                <a:path extrusionOk="0" h="102870" w="116840">
                  <a:moveTo>
                    <a:pt x="59690" y="0"/>
                  </a:moveTo>
                  <a:lnTo>
                    <a:pt x="41910" y="8890"/>
                  </a:lnTo>
                  <a:lnTo>
                    <a:pt x="82550" y="81280"/>
                  </a:lnTo>
                  <a:lnTo>
                    <a:pt x="0" y="77470"/>
                  </a:lnTo>
                  <a:lnTo>
                    <a:pt x="0" y="96520"/>
                  </a:lnTo>
                  <a:lnTo>
                    <a:pt x="116840" y="102870"/>
                  </a:lnTo>
                  <a:lnTo>
                    <a:pt x="59690" y="0"/>
                  </a:lnTo>
                  <a:close/>
                </a:path>
              </a:pathLst>
            </a:custGeom>
            <a:solidFill>
              <a:srgbClr val="9933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8" name="Google Shape;1558;p33"/>
          <p:cNvSpPr txBox="1"/>
          <p:nvPr/>
        </p:nvSpPr>
        <p:spPr>
          <a:xfrm>
            <a:off x="2472690" y="3387090"/>
            <a:ext cx="864869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Subscription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33"/>
          <p:cNvSpPr txBox="1"/>
          <p:nvPr/>
        </p:nvSpPr>
        <p:spPr>
          <a:xfrm>
            <a:off x="3413761" y="2364740"/>
            <a:ext cx="788035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33"/>
          <p:cNvSpPr txBox="1"/>
          <p:nvPr/>
        </p:nvSpPr>
        <p:spPr>
          <a:xfrm>
            <a:off x="5016501" y="1891029"/>
            <a:ext cx="788035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33"/>
          <p:cNvSpPr txBox="1"/>
          <p:nvPr/>
        </p:nvSpPr>
        <p:spPr>
          <a:xfrm>
            <a:off x="6808471" y="1891029"/>
            <a:ext cx="788035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33"/>
          <p:cNvSpPr txBox="1"/>
          <p:nvPr/>
        </p:nvSpPr>
        <p:spPr>
          <a:xfrm>
            <a:off x="7560309" y="3310890"/>
            <a:ext cx="78740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33"/>
          <p:cNvSpPr txBox="1"/>
          <p:nvPr/>
        </p:nvSpPr>
        <p:spPr>
          <a:xfrm>
            <a:off x="2080259" y="1325879"/>
            <a:ext cx="42418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33"/>
          <p:cNvSpPr txBox="1"/>
          <p:nvPr/>
        </p:nvSpPr>
        <p:spPr>
          <a:xfrm>
            <a:off x="5350509" y="567690"/>
            <a:ext cx="42418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33"/>
          <p:cNvSpPr txBox="1"/>
          <p:nvPr/>
        </p:nvSpPr>
        <p:spPr>
          <a:xfrm>
            <a:off x="7821929" y="567690"/>
            <a:ext cx="42418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33"/>
          <p:cNvSpPr txBox="1"/>
          <p:nvPr/>
        </p:nvSpPr>
        <p:spPr>
          <a:xfrm>
            <a:off x="9152891" y="2743200"/>
            <a:ext cx="422909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33"/>
          <p:cNvSpPr txBox="1"/>
          <p:nvPr/>
        </p:nvSpPr>
        <p:spPr>
          <a:xfrm>
            <a:off x="4547870" y="4004309"/>
            <a:ext cx="88265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Request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8" name="Google Shape;1568;p33"/>
          <p:cNvGrpSpPr/>
          <p:nvPr/>
        </p:nvGrpSpPr>
        <p:grpSpPr>
          <a:xfrm>
            <a:off x="2602230" y="1189931"/>
            <a:ext cx="5886450" cy="3632319"/>
            <a:chOff x="1078229" y="1189930"/>
            <a:chExt cx="5886450" cy="3632319"/>
          </a:xfrm>
        </p:grpSpPr>
        <p:sp>
          <p:nvSpPr>
            <p:cNvPr id="1569" name="Google Shape;1569;p33"/>
            <p:cNvSpPr/>
            <p:nvPr/>
          </p:nvSpPr>
          <p:spPr>
            <a:xfrm>
              <a:off x="4857690" y="4493201"/>
              <a:ext cx="127118" cy="124578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5055811" y="4493201"/>
              <a:ext cx="425568" cy="329048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1078229" y="2303780"/>
              <a:ext cx="198120" cy="201930"/>
            </a:xfrm>
            <a:custGeom>
              <a:rect b="b" l="l" r="r" t="t"/>
              <a:pathLst>
                <a:path extrusionOk="0" h="201930" w="198119">
                  <a:moveTo>
                    <a:pt x="99059" y="0"/>
                  </a:moveTo>
                  <a:lnTo>
                    <a:pt x="81279" y="83820"/>
                  </a:lnTo>
                  <a:lnTo>
                    <a:pt x="0" y="101600"/>
                  </a:lnTo>
                  <a:lnTo>
                    <a:pt x="81279" y="119380"/>
                  </a:lnTo>
                  <a:lnTo>
                    <a:pt x="99059" y="201930"/>
                  </a:lnTo>
                  <a:lnTo>
                    <a:pt x="115569" y="119380"/>
                  </a:lnTo>
                  <a:lnTo>
                    <a:pt x="198119" y="101600"/>
                  </a:lnTo>
                  <a:lnTo>
                    <a:pt x="115569" y="83820"/>
                  </a:lnTo>
                  <a:lnTo>
                    <a:pt x="99059" y="0"/>
                  </a:lnTo>
                  <a:close/>
                </a:path>
              </a:pathLst>
            </a:custGeom>
            <a:solidFill>
              <a:srgbClr val="FD85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1078229" y="2303780"/>
              <a:ext cx="198120" cy="201930"/>
            </a:xfrm>
            <a:custGeom>
              <a:rect b="b" l="l" r="r" t="t"/>
              <a:pathLst>
                <a:path extrusionOk="0" h="201930" w="198119">
                  <a:moveTo>
                    <a:pt x="0" y="101600"/>
                  </a:moveTo>
                  <a:lnTo>
                    <a:pt x="81279" y="83820"/>
                  </a:lnTo>
                  <a:lnTo>
                    <a:pt x="99059" y="0"/>
                  </a:lnTo>
                  <a:lnTo>
                    <a:pt x="115569" y="83820"/>
                  </a:lnTo>
                  <a:lnTo>
                    <a:pt x="198119" y="101600"/>
                  </a:lnTo>
                  <a:lnTo>
                    <a:pt x="115569" y="119380"/>
                  </a:lnTo>
                  <a:lnTo>
                    <a:pt x="99059" y="201930"/>
                  </a:lnTo>
                  <a:lnTo>
                    <a:pt x="81279" y="119380"/>
                  </a:lnTo>
                  <a:lnTo>
                    <a:pt x="0" y="101600"/>
                  </a:lnTo>
                  <a:close/>
                </a:path>
                <a:path extrusionOk="0" h="201930" w="198119">
                  <a:moveTo>
                    <a:pt x="0" y="0"/>
                  </a:moveTo>
                  <a:lnTo>
                    <a:pt x="0" y="0"/>
                  </a:lnTo>
                </a:path>
                <a:path extrusionOk="0" h="201930" w="198119">
                  <a:moveTo>
                    <a:pt x="198119" y="201930"/>
                  </a:moveTo>
                  <a:lnTo>
                    <a:pt x="198119" y="201930"/>
                  </a:lnTo>
                </a:path>
              </a:pathLst>
            </a:custGeom>
            <a:noFill/>
            <a:ln cap="flat" cmpd="sng" w="25500">
              <a:solidFill>
                <a:srgbClr val="BA60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3559750" y="1290260"/>
              <a:ext cx="224908" cy="87748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6055300" y="1189930"/>
              <a:ext cx="124578" cy="123308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6666229" y="1403350"/>
              <a:ext cx="298450" cy="201930"/>
            </a:xfrm>
            <a:custGeom>
              <a:rect b="b" l="l" r="r" t="t"/>
              <a:pathLst>
                <a:path extrusionOk="0" h="201930" w="298450">
                  <a:moveTo>
                    <a:pt x="149860" y="0"/>
                  </a:moveTo>
                  <a:lnTo>
                    <a:pt x="123190" y="82550"/>
                  </a:lnTo>
                  <a:lnTo>
                    <a:pt x="0" y="100329"/>
                  </a:lnTo>
                  <a:lnTo>
                    <a:pt x="123190" y="118110"/>
                  </a:lnTo>
                  <a:lnTo>
                    <a:pt x="149860" y="201929"/>
                  </a:lnTo>
                  <a:lnTo>
                    <a:pt x="175260" y="118110"/>
                  </a:lnTo>
                  <a:lnTo>
                    <a:pt x="298450" y="100329"/>
                  </a:lnTo>
                  <a:lnTo>
                    <a:pt x="175260" y="82550"/>
                  </a:lnTo>
                  <a:lnTo>
                    <a:pt x="149860" y="0"/>
                  </a:lnTo>
                  <a:close/>
                </a:path>
              </a:pathLst>
            </a:custGeom>
            <a:solidFill>
              <a:srgbClr val="FD85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6666229" y="1403350"/>
              <a:ext cx="298450" cy="201930"/>
            </a:xfrm>
            <a:custGeom>
              <a:rect b="b" l="l" r="r" t="t"/>
              <a:pathLst>
                <a:path extrusionOk="0" h="201930" w="298450">
                  <a:moveTo>
                    <a:pt x="0" y="100329"/>
                  </a:moveTo>
                  <a:lnTo>
                    <a:pt x="123190" y="82550"/>
                  </a:lnTo>
                  <a:lnTo>
                    <a:pt x="149860" y="0"/>
                  </a:lnTo>
                  <a:lnTo>
                    <a:pt x="175260" y="82550"/>
                  </a:lnTo>
                  <a:lnTo>
                    <a:pt x="298450" y="100329"/>
                  </a:lnTo>
                  <a:lnTo>
                    <a:pt x="175260" y="118110"/>
                  </a:lnTo>
                  <a:lnTo>
                    <a:pt x="149860" y="201929"/>
                  </a:lnTo>
                  <a:lnTo>
                    <a:pt x="123190" y="118110"/>
                  </a:lnTo>
                  <a:lnTo>
                    <a:pt x="0" y="100329"/>
                  </a:lnTo>
                  <a:close/>
                </a:path>
                <a:path extrusionOk="0" h="201930" w="298450">
                  <a:moveTo>
                    <a:pt x="0" y="0"/>
                  </a:moveTo>
                  <a:lnTo>
                    <a:pt x="0" y="0"/>
                  </a:lnTo>
                </a:path>
                <a:path extrusionOk="0" h="201930" w="298450">
                  <a:moveTo>
                    <a:pt x="298450" y="201929"/>
                  </a:moveTo>
                  <a:lnTo>
                    <a:pt x="298450" y="201929"/>
                  </a:lnTo>
                </a:path>
              </a:pathLst>
            </a:custGeom>
            <a:noFill/>
            <a:ln cap="flat" cmpd="sng" w="25500">
              <a:solidFill>
                <a:srgbClr val="BA60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3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Distributed Systems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4"/>
          <p:cNvSpPr txBox="1"/>
          <p:nvPr>
            <p:ph idx="12" type="sldNum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Transparency in Distributed Systems</a:t>
            </a:r>
            <a:endParaRPr/>
          </a:p>
        </p:txBody>
      </p:sp>
      <p:sp>
        <p:nvSpPr>
          <p:cNvPr id="1585" name="Google Shape;1585;p34"/>
          <p:cNvSpPr txBox="1"/>
          <p:nvPr>
            <p:ph idx="1" type="body"/>
          </p:nvPr>
        </p:nvSpPr>
        <p:spPr>
          <a:xfrm>
            <a:off x="838200" y="1179095"/>
            <a:ext cx="10515600" cy="4997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endParaRPr/>
          </a:p>
          <a:p>
            <a:pPr indent="-38100" lvl="0" marL="38100" rtl="0" algn="l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FD8536"/>
              </a:buClr>
              <a:buSzPct val="100000"/>
              <a:buNone/>
            </a:pPr>
            <a:r>
              <a:rPr baseline="30000" lang="en-US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Transparency:-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49" lvl="0" marL="676910" marR="3048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FD8536"/>
              </a:buClr>
              <a:buSzPct val="79545"/>
              <a:buFont typeface="Arial"/>
              <a:buChar char="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make certain aspects of distribution are invisible to  the application programmer ; focus on design of their  particular application.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49" lvl="0" marL="676910" marR="641350" rtl="0" algn="l">
              <a:lnSpc>
                <a:spcPct val="93928"/>
              </a:lnSpc>
              <a:spcBef>
                <a:spcPts val="645"/>
              </a:spcBef>
              <a:spcAft>
                <a:spcPts val="0"/>
              </a:spcAft>
              <a:buClr>
                <a:srgbClr val="FD8536"/>
              </a:buClr>
              <a:buSzPct val="79545"/>
              <a:buFont typeface="Arial"/>
              <a:buChar char="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They not concern the locations and details of how it  operate, either replicated or migrated.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49" lvl="0" marL="676910" marR="168275" rtl="0" algn="l">
              <a:lnSpc>
                <a:spcPct val="90000"/>
              </a:lnSpc>
              <a:spcBef>
                <a:spcPts val="464"/>
              </a:spcBef>
              <a:spcAft>
                <a:spcPts val="0"/>
              </a:spcAft>
              <a:buClr>
                <a:srgbClr val="FD8536"/>
              </a:buClr>
              <a:buSzPct val="79545"/>
              <a:buFont typeface="Arial"/>
              <a:buChar char="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Failures can be presented to application programmers in  the form of exceptions – must be handled.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Dimensions of transparency in 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Access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Location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Migration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Replication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Concurrency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Scalability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Performance Transparency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Failure Transparency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Types of transparency</a:t>
            </a:r>
            <a:endParaRPr/>
          </a:p>
        </p:txBody>
      </p:sp>
      <p:sp>
        <p:nvSpPr>
          <p:cNvPr id="1591" name="Google Shape;1591;p35"/>
          <p:cNvSpPr txBox="1"/>
          <p:nvPr>
            <p:ph idx="1" type="body"/>
          </p:nvPr>
        </p:nvSpPr>
        <p:spPr>
          <a:xfrm>
            <a:off x="838200" y="1239253"/>
            <a:ext cx="10515600" cy="4937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Location Transparency: </a:t>
            </a:r>
            <a:r>
              <a:rPr lang="en-US" sz="2600"/>
              <a:t>users cannot tell where hardware and software resources such as CPUs, printers, files, data bases are located.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Migration Transparency: </a:t>
            </a:r>
            <a:r>
              <a:rPr lang="en-US" sz="2600"/>
              <a:t>resources must be free to move from one location to another without their names changed.</a:t>
            </a:r>
            <a:br>
              <a:rPr lang="en-US" sz="2600"/>
            </a:br>
            <a:r>
              <a:rPr lang="en-US" sz="2600"/>
              <a:t>E.g., /usr/lee, /central/usr/lee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Replication Transparency</a:t>
            </a:r>
            <a:r>
              <a:rPr lang="en-US" sz="2600"/>
              <a:t>: OS can make additional copies of files and resources without users noticing.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Concurrency Transparency:  </a:t>
            </a:r>
            <a:r>
              <a:rPr lang="en-US" sz="2600"/>
              <a:t>The users are not aware of the existence of other users.  Need to allow multiple users to concurrently access the same resource. Lock and unlock for mutual exclusion.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Parallelism Transparency:  </a:t>
            </a:r>
            <a:r>
              <a:rPr lang="en-US" sz="2600"/>
              <a:t>Automatic use of parallelism without having to program explicitly.  The holy grail for distributed and parallel system designers.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Access transparency: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enables local and remote resources to be accessed  using identical operations.</a:t>
            </a:r>
            <a:endParaRPr/>
          </a:p>
          <a:p>
            <a:pPr indent="-228600" lvl="1" marL="685800" marR="3778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Failure transparency: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enables the concealment of faults, allowing users  and application programs to complete their   tasks despite the failure of  hardware or software components.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685800" marR="62738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Mobility transparency: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allows the movement of resources and clients  within a system without affecting the operation of users or programs.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685800" marR="75184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Performance transparency: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allows the system to be reconfigured to  improve performance as loads vary.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685800" marR="208279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Scaling transparency: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allows the system and applications to expand in  scale without change to the system structure or the application algorithms.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8590" lvl="1" marL="685800" rtl="0" algn="l">
              <a:lnSpc>
                <a:spcPct val="9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8590" lvl="1" marL="685800" rtl="0" algn="l">
              <a:lnSpc>
                <a:spcPct val="9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8590" lvl="1" marL="685800" rtl="0" algn="l">
              <a:lnSpc>
                <a:spcPct val="9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Communication Networks</a:t>
            </a:r>
            <a:endParaRPr/>
          </a:p>
        </p:txBody>
      </p:sp>
      <p:sp>
        <p:nvSpPr>
          <p:cNvPr id="1597" name="Google Shape;159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Computers are connected through a communication network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Wide Area Networks (WAN)</a:t>
            </a:r>
            <a:br>
              <a:rPr lang="en-US"/>
            </a:br>
            <a:r>
              <a:rPr lang="en-US"/>
              <a:t>connect computers spread over a wide geographic area</a:t>
            </a:r>
            <a:br>
              <a:rPr lang="en-US"/>
            </a:br>
            <a:r>
              <a:rPr lang="en-US"/>
              <a:t>point-to-point or store-and-forward -- data is transferred between computers through a series of switches</a:t>
            </a:r>
            <a:br>
              <a:rPr lang="en-US"/>
            </a:br>
            <a:r>
              <a:rPr lang="en-US"/>
              <a:t>switch -- a special purpose computer responsible for routing data (to avoid network congestion)</a:t>
            </a:r>
            <a:br>
              <a:rPr lang="en-US"/>
            </a:br>
            <a:r>
              <a:rPr lang="en-US"/>
              <a:t>data can be lost due to: switch crashes, communication link failures, limited buffers at switches, transmission errors, etc.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37"/>
          <p:cNvSpPr txBox="1"/>
          <p:nvPr>
            <p:ph type="title"/>
          </p:nvPr>
        </p:nvSpPr>
        <p:spPr>
          <a:xfrm>
            <a:off x="3455670" y="370044"/>
            <a:ext cx="5280924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ISSUES &amp;  CHALLENGES</a:t>
            </a:r>
            <a:endParaRPr/>
          </a:p>
        </p:txBody>
      </p:sp>
      <p:sp>
        <p:nvSpPr>
          <p:cNvPr id="1603" name="Google Shape;1603;p37"/>
          <p:cNvSpPr txBox="1"/>
          <p:nvPr/>
        </p:nvSpPr>
        <p:spPr>
          <a:xfrm>
            <a:off x="1996441" y="1572260"/>
            <a:ext cx="7401559" cy="496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6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100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Heterogeneity of components :-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715010" marR="8318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Variety or differences that apply to computer hardware, network,  OS, programming language and implementations by different  developers.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715010" marR="73469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differences in representation must be deal with if to do  message exchange.</a:t>
            </a:r>
            <a:endParaRPr/>
          </a:p>
          <a:p>
            <a:pPr indent="-273050" lvl="0" marL="715010" marR="6858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 different call for exchange message in UNIX different  from Windows.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8536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100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Openness:-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715010" marR="0" rtl="0" algn="l">
              <a:spcBef>
                <a:spcPts val="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can be extended and re-implemented in various ways.</a:t>
            </a:r>
            <a:endParaRPr/>
          </a:p>
          <a:p>
            <a:pPr indent="-273050" lvl="0" marL="715010" marR="229870" rtl="0" algn="l">
              <a:lnSpc>
                <a:spcPct val="96000"/>
              </a:lnSpc>
              <a:spcBef>
                <a:spcPts val="475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achieved unless the specification and documentation  are made available to software developer.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715010" marR="480694" rtl="0" algn="l">
              <a:lnSpc>
                <a:spcPct val="96000"/>
              </a:lnSpc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challenge to designer is to tackle the complexity of  distributed system; design by different people.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38"/>
          <p:cNvSpPr txBox="1"/>
          <p:nvPr/>
        </p:nvSpPr>
        <p:spPr>
          <a:xfrm>
            <a:off x="2263140" y="655320"/>
            <a:ext cx="7202170" cy="376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38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100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Security:-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76910" marR="104775" rtl="0" algn="l"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for information resources in distributed system have 3  components 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1" marL="676910" marR="126111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Confidentiality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protection against disclosure to  unauthorized individuals.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540" lvl="1" marL="9334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protection against alteration/corruption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1" marL="676910" marR="12382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protection against interference with the means  to access the resources.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76910" marR="30480" rtl="0" algn="l"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 is to send sensitive information over Internet in a  secure manner and to identify a remote user or other agent  correctly.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39"/>
          <p:cNvSpPr txBox="1"/>
          <p:nvPr/>
        </p:nvSpPr>
        <p:spPr>
          <a:xfrm>
            <a:off x="2288540" y="828040"/>
            <a:ext cx="215900" cy="27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39"/>
          <p:cNvSpPr txBox="1"/>
          <p:nvPr>
            <p:ph type="title"/>
          </p:nvPr>
        </p:nvSpPr>
        <p:spPr>
          <a:xfrm>
            <a:off x="2646681" y="845820"/>
            <a:ext cx="14065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</a:rPr>
              <a:t>Scalability :-</a:t>
            </a:r>
            <a:endParaRPr b="1" sz="2000"/>
          </a:p>
        </p:txBody>
      </p:sp>
      <p:sp>
        <p:nvSpPr>
          <p:cNvPr id="1615" name="Google Shape;1615;p39"/>
          <p:cNvSpPr txBox="1"/>
          <p:nvPr/>
        </p:nvSpPr>
        <p:spPr>
          <a:xfrm>
            <a:off x="2641600" y="1224279"/>
            <a:ext cx="6915150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298450" marR="17780" rtl="0" algn="l">
              <a:spcBef>
                <a:spcPts val="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computing operates at many different scales, ranging  from small Intranet to Internet.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98450" marR="24765" rtl="0" algn="l"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system is scalable if there is significant increase in the number  of resources and	users.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98450" marR="0" rtl="0" algn="l">
              <a:spcBef>
                <a:spcPts val="500"/>
              </a:spcBef>
              <a:spcAft>
                <a:spcPts val="0"/>
              </a:spcAft>
              <a:buClr>
                <a:srgbClr val="FD8536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challenges is :</a:t>
            </a:r>
            <a:endParaRPr/>
          </a:p>
          <a:p>
            <a:pPr indent="-241300" lvl="1" marL="539115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 the cost of physical resources.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540" lvl="1" marL="554355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 the performance loss.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539115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preventing software resource running out.</a:t>
            </a:r>
            <a:endParaRPr/>
          </a:p>
          <a:p>
            <a:pPr indent="-256540" lvl="1" marL="554355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avoiding performance bottlenecks.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40"/>
          <p:cNvSpPr txBox="1"/>
          <p:nvPr>
            <p:ph type="title"/>
          </p:nvPr>
        </p:nvSpPr>
        <p:spPr>
          <a:xfrm>
            <a:off x="2047240" y="834390"/>
            <a:ext cx="2840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8536"/>
              </a:buClr>
              <a:buSzPts val="2475"/>
              <a:buFont typeface="Arial"/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1" lang="en-US" sz="2400">
                <a:solidFill>
                  <a:srgbClr val="000000"/>
                </a:solidFill>
              </a:rPr>
              <a:t>Failure Handling :-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40"/>
          <p:cNvSpPr txBox="1"/>
          <p:nvPr/>
        </p:nvSpPr>
        <p:spPr>
          <a:xfrm>
            <a:off x="2047241" y="1234440"/>
            <a:ext cx="7165975" cy="4268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-273050" lvl="0" marL="664210" marR="1185545" rtl="0" algn="l">
              <a:lnSpc>
                <a:spcPct val="108095"/>
              </a:lnSpc>
              <a:spcBef>
                <a:spcPts val="0"/>
              </a:spcBef>
              <a:spcAft>
                <a:spcPts val="0"/>
              </a:spcAft>
              <a:buClr>
                <a:srgbClr val="FD8536"/>
              </a:buClr>
              <a:buSzPts val="1650"/>
              <a:buFont typeface="Arial"/>
              <a:buChar char="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Failures in a distributed system are partial – some  components fail while others can function.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685" lvl="0" marL="664210" marR="0" rtl="0" algn="l">
              <a:spcBef>
                <a:spcPts val="240"/>
              </a:spcBef>
              <a:spcAft>
                <a:spcPts val="0"/>
              </a:spcAft>
              <a:buClr>
                <a:srgbClr val="FD8536"/>
              </a:buClr>
              <a:buSzPts val="1650"/>
              <a:buFont typeface="Arial"/>
              <a:buChar char="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why handling the failures are difficult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1" marL="664210" marR="17780" rtl="0" algn="l">
              <a:lnSpc>
                <a:spcPct val="109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failures : to manage the presence of failures cannot  be detected but may be suspected.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1" marL="664210" marR="107950" rtl="0" algn="l">
              <a:lnSpc>
                <a:spcPct val="108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Masking failures : hiding failure not guaranteed in the worst  case.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400" marR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Concurrency :-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64210" marR="116204" rtl="0" algn="l">
              <a:lnSpc>
                <a:spcPct val="89900"/>
              </a:lnSpc>
              <a:spcBef>
                <a:spcPts val="525"/>
              </a:spcBef>
              <a:spcAft>
                <a:spcPts val="0"/>
              </a:spcAft>
              <a:buClr>
                <a:srgbClr val="FD8536"/>
              </a:buClr>
              <a:buSzPts val="1650"/>
              <a:buFont typeface="Arial"/>
              <a:buChar char="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applications/services process concurrency, it will  effect a conflict in operations with one another and produce  inconsistence results.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64210" marR="302895" rtl="0" algn="l">
              <a:lnSpc>
                <a:spcPct val="107619"/>
              </a:lnSpc>
              <a:spcBef>
                <a:spcPts val="570"/>
              </a:spcBef>
              <a:spcAft>
                <a:spcPts val="0"/>
              </a:spcAft>
              <a:buClr>
                <a:srgbClr val="FD8536"/>
              </a:buClr>
              <a:buSzPts val="1650"/>
              <a:buFont typeface="Arial"/>
              <a:buChar char="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resource must be designed to be safe in a concurrent  environment.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41"/>
          <p:cNvSpPr txBox="1"/>
          <p:nvPr>
            <p:ph type="title"/>
          </p:nvPr>
        </p:nvSpPr>
        <p:spPr>
          <a:xfrm>
            <a:off x="4409440" y="370044"/>
            <a:ext cx="3240738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627" name="Google Shape;1627;p41"/>
          <p:cNvSpPr txBox="1"/>
          <p:nvPr/>
        </p:nvSpPr>
        <p:spPr>
          <a:xfrm>
            <a:off x="2047240" y="1252220"/>
            <a:ext cx="7320280" cy="438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298450" marR="102616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 of distributed computing is the most  efficient way to achieve the optimization.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98450" marR="11557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computing is anywhere : intranet, Internet or  mobile ubiquitous computing.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98450" marR="2413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deals with hardware and software systems, that contain  more than one processing / storage and run in  concurrently.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98450" marR="1778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motivation factor is resource sharing; such as files ,  printers, web pages or database records.</a:t>
            </a:r>
            <a:endParaRPr/>
          </a:p>
          <a:p>
            <a:pPr indent="-273050" lvl="0" marL="298450" marR="982344" rtl="0" algn="l">
              <a:spcBef>
                <a:spcPts val="590"/>
              </a:spcBef>
              <a:spcAft>
                <a:spcPts val="0"/>
              </a:spcAft>
              <a:buNone/>
            </a:pPr>
            <a:r>
              <a:rPr baseline="30000" lang="en-US" sz="2475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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 computing and cloud computing are form of  distributed computing.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